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73" r:id="rId11"/>
    <p:sldId id="266" r:id="rId12"/>
    <p:sldId id="267" r:id="rId13"/>
    <p:sldId id="268" r:id="rId14"/>
    <p:sldId id="269" r:id="rId15"/>
    <p:sldId id="270" r:id="rId16"/>
    <p:sldId id="271" r:id="rId17"/>
    <p:sldId id="274" r:id="rId18"/>
    <p:sldId id="272" r:id="rId19"/>
  </p:sldIdLst>
  <p:sldSz cx="18288000" cy="10287000"/>
  <p:notesSz cx="10287000" cy="18288000"/>
  <p:embeddedFontLst>
    <p:embeddedFont>
      <p:font typeface="Microsoft YaHei" panose="020B0503020204020204" pitchFamily="34" charset="-122"/>
      <p:regular r:id="rId21"/>
      <p:bold r:id="rId22"/>
    </p:embeddedFont>
    <p:embeddedFont>
      <p:font typeface="맑은 고딕" panose="020B0503020000020004" pitchFamily="34" charset="-127"/>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4A4A"/>
    <a:srgbClr val="C7BFA9"/>
    <a:srgbClr val="ECE9DD"/>
    <a:srgbClr val="807E78"/>
    <a:srgbClr val="6B69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16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558187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함께 계획하고 함께 정산하는 국내형 그룹 여행 협업 플랫폼 Groutrip 입니다. 흩어진 단톡방 여행 계획을 한 장의 티켓으로 모았습니다. SSAFY 2인 팀 프로젝트입니다.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 순서입니다. 개요, 문제, 솔루션, 다섯 가지 기능 시연, 그리고 기술과 회고 순으로 진행합니다.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Groutrip은 국내 여행에 특화된 그룹 여행 협업 플랫폼입니다. 해외 서비스 Wanderlog를 벤치마크했고, 2인이 개발했습니다. 핵심 가치는 흩어진 단톡방 여행 계획을 한 장의 티켓으로 모으는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그룹 여행은 늘 번거롭습니다. 첫째 의견이 안 모이고, 둘째 일정과 장소가 단톡방·메모·지도앱에 흩어지며, 셋째 정산이 귀찮습니다. 이 세 가지를 해결하려고 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타깃은 단톡방으로 여행을 짜는 친구·가족·동아리 모임입니다. 지금은 의견은 단톡방, 일정은 메모앱, 장소는 지도앱, 정산은 엑셀처럼 도구가 흩어져 있습니다. 이걸 Groutrip 한 곳으로 모읍니다.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가지 차별점을 세 묶음으로 나눴습니다. 함께 결정하는 그룹 의사결정과 실시간 반영, 취향을 아는 성향 매칭, 그리고 한국에 맞춘 국내 최적화와 한국형 정산입니다.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여정은 한 줄로 흐릅니다. 그룹을 만들고, 숙소로 여행을 계획하고, 장소를 모으고, 일정을 짜고, 투표로 정하고, 정산하고, 마지막에 회고합니다. 여행 한 번의 전체 흐름입니다.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기능, 그룹과 성향 페르소나입니다. 초대코드로 그룹에 모이고, 다섯 가지 차원의 성향 설문에 답하면 그룹의 평균 성향이 페르소나로 만들어집니다. 어떤 여행을 좋아하는 모임인지 한눈에 보입니다.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기능은 장소 검색과 보관함, 그리고 AI 리뷰 요약입니다. Google Places 한 소스로 검색하고, 카테고리 색 태그로 구분해 보관합니다. 리뷰가 많아 읽기 힘들 땐 Gemini가 핵심만 요약해 줍니다.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기능은 일정 빌더와 일정 지도입니다. 드래그로 타임라인에 장소를 배치하면, 카카오 API가 장소 간 이동 시간과 비용을 계산하고, 카카오 지도에 일자별로 핀을 찍어 줍니다. 하루 동선이 한 장의 탑승권처럼 정리됩니다.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751344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기능, 투표로 함께 정하기입니다. 장소 후보를 올리고 점수로 투표하면 실시간으로 집계됩니다. 동점이면 먼저 등록된 후보가 우선이고, Owner가 수동으로 확정할 수도 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기능은 정산과 송금입니다. 누가 누구에게 보낼지 최소 송금으로 계산해 거래 건수를 줄이고, 토스나 카카오페이 딥링크 또는 계좌 안내로 바로 보냅니다. 정산 시작은 Owner만 할 수 있어 안전합니다.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모든 기능을 묶어 주는 건 실시간 동기화입니다. 한 명이 투표·일정·정산을 바꾸면 SSE 스트림으로 나머지 멤버 화면에 즉시 반영되고 알림이 갑니다. 새로고침 없이 같은 화면을 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구조입니다. 프론트는 React와 타입스크립트, 백엔드는 스프링 부트, 데이터는 PostgreSQL입니다. 외부 인터페이스는 역할을 나눴습니다. 장소는 구글, 이동·비용과 지도는 카카오, 국내 추천은 TourAPI, 리뷰 요약은 Gemini입니다.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스택입니다. 백엔드는 스프링 부트 4와 자바 21, 프론트는 React와 타입스크립트입니다. 보안은 특히 신경 썼습니다. JWT와 OAuth2 로그인, 권한은 AOP로 처리하고, 민감한 계좌번호는 AES-GCM으로 암호화해 저장합니다. 스키마는 Flyway로 관리합니다.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회고와 향후 계획입니다. 실시간 동기화 설계와 외부 API 통합, 둘이서의 Git 협업을 배웠습니다. 앞으로는 해외 여행 지원, AI 코스 추천 고도화, 모바일 앱을 계획하고 있습니다. 들어 주셔서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Groutrip은 국내 여행에 특화된 그룹 여행 협업 플랫폼입니다. 해외 서비스 Wanderlog를 벤치마크했고, 2인이 개발했습니다. 핵심 가치는 흩어진 단톡방 여행 계획을 한 장의 티켓으로 모으는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67276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Groutrip은 국내 여행에 특화된 그룹 여행 협업 플랫폼입니다. 해외 서비스 Wanderlog를 벤치마크했고, 2인이 개발했습니다. 핵심 가치는 흩어진 단톡방 여행 계획을 한 장의 티켓으로 모으는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17773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5.xml"/><Relationship Id="rId16" Type="http://schemas.openxmlformats.org/officeDocument/2006/relationships/image" Target="../media/image32.sv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7" name="Text 5"/>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Shape 8"/>
          <p:cNvSpPr/>
          <p:nvPr/>
        </p:nvSpPr>
        <p:spPr>
          <a:xfrm>
            <a:off x="1466850" y="1352550"/>
            <a:ext cx="2753767" cy="533400"/>
          </a:xfrm>
          <a:prstGeom prst="roundRect">
            <a:avLst>
              <a:gd name="adj" fmla="val 50000"/>
            </a:avLst>
          </a:prstGeom>
          <a:ln w="9525">
            <a:solidFill>
              <a:srgbClr val="8AA6C0"/>
            </a:solidFill>
            <a:prstDash val="solid"/>
          </a:ln>
        </p:spPr>
        <p:txBody>
          <a:bodyPr/>
          <a:lstStyle/>
          <a:p>
            <a:endParaRPr lang="ko-KR" altLang="en-US"/>
          </a:p>
        </p:txBody>
      </p:sp>
      <p:sp>
        <p:nvSpPr>
          <p:cNvPr id="11" name="Text 9"/>
          <p:cNvSpPr/>
          <p:nvPr/>
        </p:nvSpPr>
        <p:spPr>
          <a:xfrm>
            <a:off x="1777530" y="1444973"/>
            <a:ext cx="2436330" cy="381000"/>
          </a:xfrm>
          <a:prstGeom prst="rect">
            <a:avLst/>
          </a:prstGeom>
          <a:noFill/>
          <a:ln/>
        </p:spPr>
        <p:txBody>
          <a:bodyPr wrap="square" lIns="25400" tIns="25400" rIns="25400" bIns="25400" rtlCol="0" anchor="t">
            <a:normAutofit fontScale="92500"/>
          </a:bodyPr>
          <a:lstStyle/>
          <a:p>
            <a:pPr marL="0" indent="0" algn="l">
              <a:buNone/>
            </a:pPr>
            <a:r>
              <a:rPr lang="en-US" sz="1800" kern="0" spc="324" dirty="0">
                <a:solidFill>
                  <a:srgbClr val="8AA6C0"/>
                </a:solidFill>
                <a:latin typeface="Microsoft YaHei" panose="020B0503020204020204" pitchFamily="34" charset="-122"/>
                <a:ea typeface="Microsoft YaHei" panose="020B0503020204020204" pitchFamily="34" charset="-122"/>
                <a:cs typeface="Space Mono" pitchFamily="34" charset="-120"/>
              </a:rPr>
              <a:t>BOARDING PASS</a:t>
            </a:r>
            <a:endParaRPr lang="en-US" sz="1800" dirty="0">
              <a:latin typeface="맑은 고딕" panose="020B0503020000020004" pitchFamily="50" charset="-127"/>
            </a:endParaRPr>
          </a:p>
        </p:txBody>
      </p:sp>
      <p:sp>
        <p:nvSpPr>
          <p:cNvPr id="12" name="Text 10"/>
          <p:cNvSpPr/>
          <p:nvPr/>
        </p:nvSpPr>
        <p:spPr>
          <a:xfrm>
            <a:off x="4392067" y="1447800"/>
            <a:ext cx="2978393" cy="381000"/>
          </a:xfrm>
          <a:prstGeom prst="rect">
            <a:avLst/>
          </a:prstGeom>
          <a:noFill/>
          <a:ln/>
        </p:spPr>
        <p:txBody>
          <a:bodyPr wrap="square" lIns="25400" tIns="25400" rIns="25400" bIns="25400" rtlCol="0" anchor="t">
            <a:normAutofit/>
          </a:bodyPr>
          <a:lstStyle/>
          <a:p>
            <a:pPr marL="0" indent="0" algn="l">
              <a:buNone/>
            </a:pPr>
            <a:r>
              <a:rPr lang="en-US" sz="1800" kern="0" spc="72" dirty="0" err="1">
                <a:solidFill>
                  <a:srgbClr val="8C887C"/>
                </a:solidFill>
                <a:latin typeface="Microsoft YaHei" panose="020B0503020204020204" pitchFamily="34" charset="-122"/>
                <a:ea typeface="Microsoft YaHei" panose="020B0503020204020204" pitchFamily="34" charset="-122"/>
                <a:cs typeface="Space Mono" pitchFamily="34" charset="-120"/>
              </a:rPr>
              <a:t>국내형</a:t>
            </a:r>
            <a:r>
              <a:rPr lang="en-US" sz="1800" kern="0" spc="72" dirty="0">
                <a:solidFill>
                  <a:srgbClr val="8C887C"/>
                </a:solidFill>
                <a:latin typeface="Microsoft YaHei" panose="020B0503020204020204" pitchFamily="34" charset="-122"/>
                <a:ea typeface="Microsoft YaHei" panose="020B0503020204020204" pitchFamily="34" charset="-122"/>
                <a:cs typeface="Space Mono" pitchFamily="34" charset="-120"/>
              </a:rPr>
              <a:t> 그룹 여행</a:t>
            </a:r>
            <a:endParaRPr lang="en-US" sz="1800" dirty="0">
              <a:latin typeface="맑은 고딕" panose="020B0503020000020004" pitchFamily="50" charset="-127"/>
            </a:endParaRPr>
          </a:p>
        </p:txBody>
      </p:sp>
      <p:sp>
        <p:nvSpPr>
          <p:cNvPr id="13" name="Text 11"/>
          <p:cNvSpPr/>
          <p:nvPr/>
        </p:nvSpPr>
        <p:spPr>
          <a:xfrm>
            <a:off x="13515231" y="13525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a:t>
            </a:r>
            <a:r>
              <a:rPr lang="en-US" sz="1950" b="1" kern="0" spc="195" dirty="0">
                <a:solidFill>
                  <a:srgbClr val="A9A395"/>
                </a:solidFill>
                <a:latin typeface="+mj-ea"/>
                <a:ea typeface="+mj-ea"/>
                <a:cs typeface="Space Mono" pitchFamily="34" charset="-120"/>
              </a:rPr>
              <a:t>01</a:t>
            </a:r>
            <a:endParaRPr lang="en-US" sz="1950" b="1" dirty="0">
              <a:latin typeface="+mj-ea"/>
              <a:ea typeface="+mj-ea"/>
            </a:endParaRPr>
          </a:p>
        </p:txBody>
      </p:sp>
      <p:sp>
        <p:nvSpPr>
          <p:cNvPr id="14" name="Text 12"/>
          <p:cNvSpPr/>
          <p:nvPr/>
        </p:nvSpPr>
        <p:spPr>
          <a:xfrm>
            <a:off x="1466850" y="3480495"/>
            <a:ext cx="14417040" cy="609600"/>
          </a:xfrm>
          <a:prstGeom prst="rect">
            <a:avLst/>
          </a:prstGeom>
          <a:noFill/>
          <a:ln/>
        </p:spPr>
        <p:txBody>
          <a:bodyPr wrap="square" lIns="25400" tIns="25400" rIns="25400" bIns="25400" rtlCol="0" anchor="t">
            <a:normAutofit/>
          </a:bodyPr>
          <a:lstStyle/>
          <a:p>
            <a:pPr marL="0" indent="0" algn="l">
              <a:buNone/>
            </a:pPr>
            <a:r>
              <a:rPr lang="en-US" sz="3600" kern="0" spc="36" dirty="0">
                <a:solidFill>
                  <a:srgbClr val="4A4A4A"/>
                </a:solidFill>
                <a:latin typeface="맑은 고딕" panose="020B0503020000020004" pitchFamily="50" charset="-127"/>
                <a:ea typeface="맑은 고딕" panose="020B0503020000020004" pitchFamily="50" charset="-127"/>
                <a:cs typeface="Black Han Sans" pitchFamily="34" charset="-120"/>
              </a:rPr>
              <a:t>우리, 같이 떠날까?</a:t>
            </a:r>
            <a:endParaRPr lang="en-US" sz="3600" dirty="0">
              <a:latin typeface="맑은 고딕" panose="020B0503020000020004" pitchFamily="50" charset="-127"/>
            </a:endParaRPr>
          </a:p>
        </p:txBody>
      </p:sp>
      <p:sp>
        <p:nvSpPr>
          <p:cNvPr id="15" name="Text 13"/>
          <p:cNvSpPr/>
          <p:nvPr/>
        </p:nvSpPr>
        <p:spPr>
          <a:xfrm>
            <a:off x="1458610" y="4442519"/>
            <a:ext cx="14417040" cy="1478161"/>
          </a:xfrm>
          <a:prstGeom prst="rect">
            <a:avLst/>
          </a:prstGeom>
          <a:noFill/>
          <a:ln/>
        </p:spPr>
        <p:txBody>
          <a:bodyPr wrap="square" lIns="25400" tIns="25400" rIns="25400" bIns="25400" rtlCol="0" anchor="t">
            <a:normAutofit fontScale="92500" lnSpcReduction="10000"/>
          </a:bodyPr>
          <a:lstStyle/>
          <a:p>
            <a:pPr marL="0" indent="0" algn="l">
              <a:lnSpc>
                <a:spcPct val="90000"/>
              </a:lnSpc>
              <a:buNone/>
            </a:pPr>
            <a:r>
              <a:rPr lang="en-US" sz="12600" b="1" i="1" kern="0" spc="-189"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12600" dirty="0">
              <a:latin typeface="맑은 고딕" panose="020B0503020000020004" pitchFamily="50" charset="-127"/>
            </a:endParaRPr>
          </a:p>
        </p:txBody>
      </p:sp>
      <p:sp>
        <p:nvSpPr>
          <p:cNvPr id="16" name="Text 14"/>
          <p:cNvSpPr/>
          <p:nvPr/>
        </p:nvSpPr>
        <p:spPr>
          <a:xfrm>
            <a:off x="1466850" y="5873055"/>
            <a:ext cx="4187235" cy="571500"/>
          </a:xfrm>
          <a:prstGeom prst="rect">
            <a:avLst/>
          </a:prstGeom>
          <a:noFill/>
          <a:ln/>
        </p:spPr>
        <p:txBody>
          <a:bodyPr wrap="square" lIns="25400" tIns="25400" rIns="25400" bIns="25400" rtlCol="0" anchor="t">
            <a:normAutofit lnSpcReduction="10000"/>
          </a:bodyPr>
          <a:lstStyle/>
          <a:p>
            <a:pPr marL="0" indent="0" algn="l">
              <a:buNone/>
            </a:pPr>
            <a:r>
              <a:rPr lang="en-US" sz="3450" i="1" kern="0" spc="621" dirty="0">
                <a:solidFill>
                  <a:srgbClr val="8AA6C0"/>
                </a:solidFill>
                <a:latin typeface="맑은 고딕" panose="020B0503020000020004" pitchFamily="50" charset="-127"/>
                <a:ea typeface="맑은 고딕" panose="020B0503020000020004" pitchFamily="50" charset="-127"/>
                <a:cs typeface="Georgia" pitchFamily="34" charset="-120"/>
              </a:rPr>
              <a:t>GROUP TRAVEL</a:t>
            </a:r>
            <a:endParaRPr lang="en-US" sz="3450" dirty="0">
              <a:latin typeface="맑은 고딕" panose="020B0503020000020004" pitchFamily="50" charset="-127"/>
            </a:endParaRPr>
          </a:p>
        </p:txBody>
      </p:sp>
      <p:sp>
        <p:nvSpPr>
          <p:cNvPr id="17" name="Shape 15"/>
          <p:cNvSpPr/>
          <p:nvPr/>
        </p:nvSpPr>
        <p:spPr>
          <a:xfrm>
            <a:off x="5521077" y="6130230"/>
            <a:ext cx="8385423" cy="19050"/>
          </a:xfrm>
          <a:prstGeom prst="rect">
            <a:avLst/>
          </a:prstGeom>
          <a:solidFill>
            <a:srgbClr val="C7BFA9"/>
          </a:solidFill>
          <a:ln/>
        </p:spPr>
        <p:txBody>
          <a:bodyPr/>
          <a:lstStyle/>
          <a:p>
            <a:endParaRPr lang="ko-KR" altLang="en-US"/>
          </a:p>
        </p:txBody>
      </p:sp>
      <p:pic>
        <p:nvPicPr>
          <p:cNvPr id="18"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700000">
            <a:off x="14067352" y="5843407"/>
            <a:ext cx="592696" cy="592696"/>
          </a:xfrm>
          <a:prstGeom prst="rect">
            <a:avLst/>
          </a:prstGeom>
        </p:spPr>
      </p:pic>
      <p:sp>
        <p:nvSpPr>
          <p:cNvPr id="19" name="Text 16"/>
          <p:cNvSpPr/>
          <p:nvPr/>
        </p:nvSpPr>
        <p:spPr>
          <a:xfrm>
            <a:off x="1466850" y="8001000"/>
            <a:ext cx="2933700" cy="381000"/>
          </a:xfrm>
          <a:prstGeom prst="rect">
            <a:avLst/>
          </a:prstGeom>
          <a:noFill/>
          <a:ln/>
        </p:spPr>
        <p:txBody>
          <a:bodyPr wrap="square" lIns="25400" tIns="25400" rIns="25400" bIns="25400" rtlCol="0" anchor="t">
            <a:normAutofit/>
          </a:bodyPr>
          <a:lstStyle/>
          <a:p>
            <a:pPr marL="0" indent="0" algn="l">
              <a:buNone/>
            </a:pPr>
            <a:r>
              <a:rPr lang="en-US" sz="1800" b="1" kern="0" spc="360" dirty="0">
                <a:solidFill>
                  <a:srgbClr val="B0AA9B"/>
                </a:solidFill>
                <a:latin typeface="Microsoft YaHei" panose="020B0503020204020204" pitchFamily="34" charset="-122"/>
                <a:ea typeface="Microsoft YaHei" panose="020B0503020204020204" pitchFamily="34" charset="-122"/>
                <a:cs typeface="Space Mono" pitchFamily="34" charset="-120"/>
              </a:rPr>
              <a:t>TRAVELER</a:t>
            </a:r>
            <a:endParaRPr lang="en-US" sz="1800" b="1" dirty="0">
              <a:latin typeface="맑은 고딕" panose="020B0503020000020004" pitchFamily="50" charset="-127"/>
            </a:endParaRPr>
          </a:p>
        </p:txBody>
      </p:sp>
      <p:sp>
        <p:nvSpPr>
          <p:cNvPr id="20" name="Shape 17"/>
          <p:cNvSpPr/>
          <p:nvPr/>
        </p:nvSpPr>
        <p:spPr>
          <a:xfrm>
            <a:off x="1466850" y="8915400"/>
            <a:ext cx="2667000" cy="19050"/>
          </a:xfrm>
          <a:prstGeom prst="rect">
            <a:avLst/>
          </a:prstGeom>
          <a:solidFill>
            <a:srgbClr val="B7AF9C"/>
          </a:solidFill>
          <a:ln/>
        </p:spPr>
        <p:txBody>
          <a:bodyPr/>
          <a:lstStyle/>
          <a:p>
            <a:endParaRPr lang="ko-KR" altLang="en-US"/>
          </a:p>
        </p:txBody>
      </p:sp>
      <p:sp>
        <p:nvSpPr>
          <p:cNvPr id="21" name="Text 18"/>
          <p:cNvSpPr/>
          <p:nvPr/>
        </p:nvSpPr>
        <p:spPr>
          <a:xfrm>
            <a:off x="1466850" y="8458200"/>
            <a:ext cx="274701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김민준 · 정희성</a:t>
            </a:r>
            <a:endParaRPr lang="en-US" sz="2250" dirty="0">
              <a:latin typeface="맑은 고딕" panose="020B0503020000020004" pitchFamily="50" charset="-127"/>
            </a:endParaRPr>
          </a:p>
        </p:txBody>
      </p:sp>
      <p:sp>
        <p:nvSpPr>
          <p:cNvPr id="22" name="Text 19"/>
          <p:cNvSpPr/>
          <p:nvPr/>
        </p:nvSpPr>
        <p:spPr>
          <a:xfrm>
            <a:off x="4743450" y="8001000"/>
            <a:ext cx="2305050" cy="381000"/>
          </a:xfrm>
          <a:prstGeom prst="rect">
            <a:avLst/>
          </a:prstGeom>
          <a:noFill/>
          <a:ln/>
        </p:spPr>
        <p:txBody>
          <a:bodyPr wrap="square" lIns="25400" tIns="25400" rIns="25400" bIns="25400" rtlCol="0" anchor="t">
            <a:normAutofit/>
          </a:bodyPr>
          <a:lstStyle/>
          <a:p>
            <a:pPr marL="0" indent="0" algn="l">
              <a:buNone/>
            </a:pPr>
            <a:r>
              <a:rPr lang="en-US" sz="1800" b="1" kern="0" spc="360" dirty="0">
                <a:solidFill>
                  <a:srgbClr val="B0AA9B"/>
                </a:solidFill>
                <a:latin typeface="Microsoft YaHei" panose="020B0503020204020204" pitchFamily="34" charset="-122"/>
                <a:ea typeface="Microsoft YaHei" panose="020B0503020204020204" pitchFamily="34" charset="-122"/>
                <a:cs typeface="Space Mono" pitchFamily="34" charset="-120"/>
              </a:rPr>
              <a:t>WHERE</a:t>
            </a:r>
            <a:endParaRPr lang="en-US" sz="1800" b="1" dirty="0">
              <a:latin typeface="맑은 고딕" panose="020B0503020000020004" pitchFamily="50" charset="-127"/>
            </a:endParaRPr>
          </a:p>
        </p:txBody>
      </p:sp>
      <p:sp>
        <p:nvSpPr>
          <p:cNvPr id="23" name="Shape 20"/>
          <p:cNvSpPr/>
          <p:nvPr/>
        </p:nvSpPr>
        <p:spPr>
          <a:xfrm>
            <a:off x="4743450" y="8915400"/>
            <a:ext cx="2095500" cy="19050"/>
          </a:xfrm>
          <a:prstGeom prst="rect">
            <a:avLst/>
          </a:prstGeom>
          <a:solidFill>
            <a:srgbClr val="B7AF9C"/>
          </a:solidFill>
          <a:ln/>
        </p:spPr>
        <p:txBody>
          <a:bodyPr/>
          <a:lstStyle/>
          <a:p>
            <a:endParaRPr lang="ko-KR" altLang="en-US"/>
          </a:p>
        </p:txBody>
      </p:sp>
      <p:sp>
        <p:nvSpPr>
          <p:cNvPr id="24" name="Text 21"/>
          <p:cNvSpPr/>
          <p:nvPr/>
        </p:nvSpPr>
        <p:spPr>
          <a:xfrm>
            <a:off x="4743450" y="8458200"/>
            <a:ext cx="217170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국내 어디든</a:t>
            </a:r>
            <a:endParaRPr lang="en-US" sz="2250" dirty="0">
              <a:latin typeface="맑은 고딕" panose="020B0503020000020004" pitchFamily="50" charset="-127"/>
            </a:endParaRPr>
          </a:p>
        </p:txBody>
      </p:sp>
      <p:sp>
        <p:nvSpPr>
          <p:cNvPr id="25" name="Text 22"/>
          <p:cNvSpPr/>
          <p:nvPr/>
        </p:nvSpPr>
        <p:spPr>
          <a:xfrm>
            <a:off x="7448550" y="8001000"/>
            <a:ext cx="2305050" cy="381000"/>
          </a:xfrm>
          <a:prstGeom prst="rect">
            <a:avLst/>
          </a:prstGeom>
          <a:noFill/>
          <a:ln/>
        </p:spPr>
        <p:txBody>
          <a:bodyPr wrap="square" lIns="25400" tIns="25400" rIns="25400" bIns="25400" rtlCol="0" anchor="t">
            <a:normAutofit/>
          </a:bodyPr>
          <a:lstStyle/>
          <a:p>
            <a:pPr marL="0" indent="0" algn="l">
              <a:buNone/>
            </a:pPr>
            <a:r>
              <a:rPr lang="en-US" sz="1800" b="1" kern="0" spc="360" dirty="0">
                <a:solidFill>
                  <a:srgbClr val="B0AA9B"/>
                </a:solidFill>
                <a:latin typeface="Microsoft YaHei" panose="020B0503020204020204" pitchFamily="34" charset="-122"/>
                <a:ea typeface="Microsoft YaHei" panose="020B0503020204020204" pitchFamily="34" charset="-122"/>
                <a:cs typeface="Space Mono" pitchFamily="34" charset="-120"/>
              </a:rPr>
              <a:t>TRIP</a:t>
            </a:r>
            <a:endParaRPr lang="en-US" sz="1800" b="1" dirty="0">
              <a:latin typeface="맑은 고딕" panose="020B0503020000020004" pitchFamily="50" charset="-127"/>
            </a:endParaRPr>
          </a:p>
        </p:txBody>
      </p:sp>
      <p:sp>
        <p:nvSpPr>
          <p:cNvPr id="26" name="Shape 23"/>
          <p:cNvSpPr/>
          <p:nvPr/>
        </p:nvSpPr>
        <p:spPr>
          <a:xfrm>
            <a:off x="7448550" y="8915400"/>
            <a:ext cx="2095500" cy="19050"/>
          </a:xfrm>
          <a:prstGeom prst="rect">
            <a:avLst/>
          </a:prstGeom>
          <a:solidFill>
            <a:srgbClr val="B7AF9C"/>
          </a:solidFill>
          <a:ln/>
        </p:spPr>
        <p:txBody>
          <a:bodyPr/>
          <a:lstStyle/>
          <a:p>
            <a:endParaRPr lang="ko-KR" altLang="en-US"/>
          </a:p>
        </p:txBody>
      </p:sp>
      <p:sp>
        <p:nvSpPr>
          <p:cNvPr id="27" name="Text 24"/>
          <p:cNvSpPr/>
          <p:nvPr/>
        </p:nvSpPr>
        <p:spPr>
          <a:xfrm>
            <a:off x="7448550" y="8458200"/>
            <a:ext cx="217170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SSAFY </a:t>
            </a:r>
            <a:endParaRPr lang="en-US" sz="2250" dirty="0">
              <a:latin typeface="맑은 고딕" panose="020B0503020000020004" pitchFamily="50" charset="-127"/>
            </a:endParaRPr>
          </a:p>
        </p:txBody>
      </p:sp>
      <p:sp>
        <p:nvSpPr>
          <p:cNvPr id="28" name="Text 4">
            <a:extLst>
              <a:ext uri="{FF2B5EF4-FFF2-40B4-BE49-F238E27FC236}">
                <a16:creationId xmlns:a16="http://schemas.microsoft.com/office/drawing/2014/main" id="{C58D1C29-623F-4310-99CC-B22C3D541DD7}"/>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6" name="Text 4"/>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2754273"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Boarding Info</a:t>
            </a:r>
            <a:endParaRPr lang="en-US" sz="2550" dirty="0">
              <a:latin typeface="맑은 고딕" panose="020B0503020000020004" pitchFamily="50" charset="-127"/>
            </a:endParaRPr>
          </a:p>
        </p:txBody>
      </p:sp>
      <p:sp>
        <p:nvSpPr>
          <p:cNvPr id="11" name="Text 9"/>
          <p:cNvSpPr/>
          <p:nvPr/>
        </p:nvSpPr>
        <p:spPr>
          <a:xfrm>
            <a:off x="1736005" y="1781175"/>
            <a:ext cx="3058583" cy="895350"/>
          </a:xfrm>
          <a:prstGeom prst="rect">
            <a:avLst/>
          </a:prstGeom>
          <a:noFill/>
          <a:ln/>
        </p:spPr>
        <p:txBody>
          <a:bodyPr wrap="square" lIns="25400" tIns="25400" rIns="25400" bIns="25400" rtlCol="0" anchor="t">
            <a:normAutofit/>
          </a:bodyPr>
          <a:lstStyle/>
          <a:p>
            <a:pPr marL="0" indent="0" algn="l">
              <a:buNone/>
            </a:pPr>
            <a:r>
              <a:rPr lang="ko-KR" alt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목차</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02</a:t>
            </a:r>
            <a:endParaRPr lang="en-US" sz="1950" b="1" dirty="0">
              <a:latin typeface="맑은 고딕" panose="020B0503020000020004" pitchFamily="50" charset="-127"/>
            </a:endParaRPr>
          </a:p>
        </p:txBody>
      </p:sp>
      <p:sp>
        <p:nvSpPr>
          <p:cNvPr id="13" name="Shape 11"/>
          <p:cNvSpPr/>
          <p:nvPr/>
        </p:nvSpPr>
        <p:spPr>
          <a:xfrm>
            <a:off x="1352550" y="3038475"/>
            <a:ext cx="766911" cy="561975"/>
          </a:xfrm>
          <a:prstGeom prst="roundRect">
            <a:avLst>
              <a:gd name="adj" fmla="val 50000"/>
            </a:avLst>
          </a:prstGeom>
          <a:solidFill>
            <a:srgbClr val="8AA6C0"/>
          </a:solidFill>
          <a:ln/>
        </p:spPr>
        <p:txBody>
          <a:bodyPr/>
          <a:lstStyle/>
          <a:p>
            <a:endParaRPr lang="ko-KR" altLang="en-US"/>
          </a:p>
        </p:txBody>
      </p:sp>
      <p:sp>
        <p:nvSpPr>
          <p:cNvPr id="14" name="Text 12"/>
          <p:cNvSpPr/>
          <p:nvPr/>
        </p:nvSpPr>
        <p:spPr>
          <a:xfrm>
            <a:off x="1562100" y="3124200"/>
            <a:ext cx="424011" cy="428625"/>
          </a:xfrm>
          <a:prstGeom prst="rect">
            <a:avLst/>
          </a:prstGeom>
          <a:noFill/>
          <a:ln/>
        </p:spPr>
        <p:txBody>
          <a:bodyPr wrap="square" lIns="25400" tIns="25400" rIns="25400" bIns="25400" rtlCol="0" anchor="t">
            <a:normAutofit/>
          </a:bodyPr>
          <a:lstStyle/>
          <a:p>
            <a:pPr marL="0" indent="0" algn="l">
              <a:buNone/>
            </a:pPr>
            <a:r>
              <a:rPr lang="en-US" sz="2100" b="1" kern="0" spc="84" dirty="0">
                <a:solidFill>
                  <a:srgbClr val="FBF8EF"/>
                </a:solidFill>
                <a:latin typeface="Microsoft YaHei" panose="020B0503020204020204" pitchFamily="34" charset="-122"/>
                <a:ea typeface="Microsoft YaHei" panose="020B0503020204020204" pitchFamily="34" charset="-122"/>
                <a:cs typeface="Space Mono" pitchFamily="34" charset="-120"/>
              </a:rPr>
              <a:t>01</a:t>
            </a:r>
            <a:endParaRPr lang="en-US" sz="2100" dirty="0">
              <a:latin typeface="맑은 고딕" panose="020B0503020000020004" pitchFamily="50" charset="-127"/>
            </a:endParaRPr>
          </a:p>
        </p:txBody>
      </p:sp>
      <p:sp>
        <p:nvSpPr>
          <p:cNvPr id="15" name="Text 13"/>
          <p:cNvSpPr/>
          <p:nvPr/>
        </p:nvSpPr>
        <p:spPr>
          <a:xfrm>
            <a:off x="2405211" y="3057525"/>
            <a:ext cx="2514600" cy="561975"/>
          </a:xfrm>
          <a:prstGeom prst="rect">
            <a:avLst/>
          </a:prstGeom>
          <a:noFill/>
          <a:ln/>
        </p:spPr>
        <p:txBody>
          <a:bodyPr wrap="square" lIns="25400" tIns="25400" rIns="25400" bIns="25400" rtlCol="0" anchor="t">
            <a:normAutofit/>
          </a:bodyPr>
          <a:lstStyle/>
          <a:p>
            <a:pPr marL="0" indent="0" algn="l">
              <a:buNone/>
            </a:pPr>
            <a:r>
              <a:rPr lang="en-US" sz="3300" dirty="0">
                <a:solidFill>
                  <a:srgbClr val="4A4A4A"/>
                </a:solidFill>
                <a:latin typeface="맑은 고딕" panose="020B0503020000020004" pitchFamily="50" charset="-127"/>
                <a:ea typeface="맑은 고딕" panose="020B0503020000020004" pitchFamily="50" charset="-127"/>
                <a:cs typeface="Black Han Sans" pitchFamily="34" charset="-120"/>
              </a:rPr>
              <a:t>개요</a:t>
            </a:r>
            <a:endParaRPr lang="en-US" sz="3300" dirty="0">
              <a:latin typeface="맑은 고딕" panose="020B0503020000020004" pitchFamily="50" charset="-127"/>
            </a:endParaRPr>
          </a:p>
        </p:txBody>
      </p:sp>
      <p:sp>
        <p:nvSpPr>
          <p:cNvPr id="16" name="Shape 14"/>
          <p:cNvSpPr/>
          <p:nvPr/>
        </p:nvSpPr>
        <p:spPr>
          <a:xfrm>
            <a:off x="4976961" y="3309938"/>
            <a:ext cx="7382173" cy="19050"/>
          </a:xfrm>
          <a:prstGeom prst="rect">
            <a:avLst/>
          </a:prstGeom>
          <a:solidFill>
            <a:srgbClr val="C7BFA9"/>
          </a:solidFill>
          <a:ln/>
        </p:spPr>
        <p:txBody>
          <a:bodyPr/>
          <a:lstStyle/>
          <a:p>
            <a:endParaRPr lang="ko-KR" altLang="en-US"/>
          </a:p>
        </p:txBody>
      </p:sp>
      <p:sp>
        <p:nvSpPr>
          <p:cNvPr id="17" name="Text 15"/>
          <p:cNvSpPr/>
          <p:nvPr/>
        </p:nvSpPr>
        <p:spPr>
          <a:xfrm>
            <a:off x="12644884" y="3157538"/>
            <a:ext cx="2246933" cy="361950"/>
          </a:xfrm>
          <a:prstGeom prst="rect">
            <a:avLst/>
          </a:prstGeom>
          <a:noFill/>
          <a:ln/>
        </p:spPr>
        <p:txBody>
          <a:bodyPr wrap="square" lIns="25400" tIns="25400" rIns="25400" bIns="25400" rtlCol="0" anchor="t">
            <a:normAutofit fontScale="92500"/>
          </a:bodyPr>
          <a:lstStyle/>
          <a:p>
            <a:pPr marL="0" indent="0" algn="l">
              <a:buNone/>
            </a:pPr>
            <a:r>
              <a:rPr lang="en-US" sz="2100" dirty="0">
                <a:solidFill>
                  <a:srgbClr val="8C887C"/>
                </a:solidFill>
                <a:latin typeface="맑은 고딕" panose="020B0503020000020004" pitchFamily="50" charset="-127"/>
                <a:ea typeface="맑은 고딕" panose="020B0503020000020004" pitchFamily="50" charset="-127"/>
                <a:cs typeface="Pretendard" pitchFamily="34" charset="-120"/>
              </a:rPr>
              <a:t>무엇을, 왜 만들었나</a:t>
            </a:r>
            <a:endParaRPr lang="en-US" sz="2100" dirty="0">
              <a:latin typeface="맑은 고딕" panose="020B0503020000020004" pitchFamily="50" charset="-127"/>
            </a:endParaRPr>
          </a:p>
        </p:txBody>
      </p:sp>
      <p:sp>
        <p:nvSpPr>
          <p:cNvPr id="18" name="Shape 16"/>
          <p:cNvSpPr/>
          <p:nvPr/>
        </p:nvSpPr>
        <p:spPr>
          <a:xfrm>
            <a:off x="1352550" y="3848100"/>
            <a:ext cx="766911" cy="561975"/>
          </a:xfrm>
          <a:prstGeom prst="roundRect">
            <a:avLst>
              <a:gd name="adj" fmla="val 50000"/>
            </a:avLst>
          </a:prstGeom>
          <a:solidFill>
            <a:srgbClr val="8AA6C0"/>
          </a:solidFill>
          <a:ln/>
        </p:spPr>
        <p:txBody>
          <a:bodyPr/>
          <a:lstStyle/>
          <a:p>
            <a:endParaRPr lang="ko-KR" altLang="en-US"/>
          </a:p>
        </p:txBody>
      </p:sp>
      <p:sp>
        <p:nvSpPr>
          <p:cNvPr id="19" name="Text 17"/>
          <p:cNvSpPr/>
          <p:nvPr/>
        </p:nvSpPr>
        <p:spPr>
          <a:xfrm>
            <a:off x="1562100" y="3933825"/>
            <a:ext cx="424011" cy="428625"/>
          </a:xfrm>
          <a:prstGeom prst="rect">
            <a:avLst/>
          </a:prstGeom>
          <a:noFill/>
          <a:ln/>
        </p:spPr>
        <p:txBody>
          <a:bodyPr wrap="square" lIns="25400" tIns="25400" rIns="25400" bIns="25400" rtlCol="0" anchor="t">
            <a:normAutofit/>
          </a:bodyPr>
          <a:lstStyle/>
          <a:p>
            <a:pPr marL="0" indent="0" algn="l">
              <a:buNone/>
            </a:pPr>
            <a:r>
              <a:rPr lang="en-US" sz="2100" b="1" kern="0" spc="84" dirty="0">
                <a:solidFill>
                  <a:srgbClr val="FBF8EF"/>
                </a:solidFill>
                <a:latin typeface="Microsoft YaHei" panose="020B0503020204020204" pitchFamily="34" charset="-122"/>
                <a:ea typeface="Microsoft YaHei" panose="020B0503020204020204" pitchFamily="34" charset="-122"/>
                <a:cs typeface="Space Mono" pitchFamily="34" charset="-120"/>
              </a:rPr>
              <a:t>02</a:t>
            </a:r>
            <a:endParaRPr lang="en-US" sz="2100" dirty="0">
              <a:latin typeface="맑은 고딕" panose="020B0503020000020004" pitchFamily="50" charset="-127"/>
            </a:endParaRPr>
          </a:p>
        </p:txBody>
      </p:sp>
      <p:sp>
        <p:nvSpPr>
          <p:cNvPr id="20" name="Text 18"/>
          <p:cNvSpPr/>
          <p:nvPr/>
        </p:nvSpPr>
        <p:spPr>
          <a:xfrm>
            <a:off x="2405211" y="3867150"/>
            <a:ext cx="2514600" cy="561975"/>
          </a:xfrm>
          <a:prstGeom prst="rect">
            <a:avLst/>
          </a:prstGeom>
          <a:noFill/>
          <a:ln/>
        </p:spPr>
        <p:txBody>
          <a:bodyPr wrap="square" lIns="25400" tIns="25400" rIns="25400" bIns="25400" rtlCol="0" anchor="t">
            <a:normAutofit/>
          </a:bodyPr>
          <a:lstStyle/>
          <a:p>
            <a:pPr marL="0" indent="0" algn="l">
              <a:buNone/>
            </a:pPr>
            <a:r>
              <a:rPr lang="en-US" sz="3300" dirty="0">
                <a:solidFill>
                  <a:srgbClr val="4A4A4A"/>
                </a:solidFill>
                <a:latin typeface="맑은 고딕" panose="020B0503020000020004" pitchFamily="50" charset="-127"/>
                <a:ea typeface="맑은 고딕" panose="020B0503020000020004" pitchFamily="50" charset="-127"/>
                <a:cs typeface="Black Han Sans" pitchFamily="34" charset="-120"/>
              </a:rPr>
              <a:t>문제</a:t>
            </a:r>
            <a:endParaRPr lang="en-US" sz="3300" dirty="0">
              <a:latin typeface="맑은 고딕" panose="020B0503020000020004" pitchFamily="50" charset="-127"/>
            </a:endParaRPr>
          </a:p>
        </p:txBody>
      </p:sp>
      <p:sp>
        <p:nvSpPr>
          <p:cNvPr id="21" name="Shape 19"/>
          <p:cNvSpPr/>
          <p:nvPr/>
        </p:nvSpPr>
        <p:spPr>
          <a:xfrm>
            <a:off x="4976961" y="4119562"/>
            <a:ext cx="6859339" cy="19050"/>
          </a:xfrm>
          <a:prstGeom prst="rect">
            <a:avLst/>
          </a:prstGeom>
          <a:solidFill>
            <a:srgbClr val="C7BFA9"/>
          </a:solidFill>
          <a:ln/>
        </p:spPr>
        <p:txBody>
          <a:bodyPr/>
          <a:lstStyle/>
          <a:p>
            <a:endParaRPr lang="ko-KR" altLang="en-US"/>
          </a:p>
        </p:txBody>
      </p:sp>
      <p:sp>
        <p:nvSpPr>
          <p:cNvPr id="22" name="Text 20"/>
          <p:cNvSpPr/>
          <p:nvPr/>
        </p:nvSpPr>
        <p:spPr>
          <a:xfrm>
            <a:off x="12122051" y="3967163"/>
            <a:ext cx="2822049" cy="361950"/>
          </a:xfrm>
          <a:prstGeom prst="rect">
            <a:avLst/>
          </a:prstGeom>
          <a:noFill/>
          <a:ln/>
        </p:spPr>
        <p:txBody>
          <a:bodyPr wrap="square" lIns="25400" tIns="25400" rIns="25400" bIns="25400" rtlCol="0" anchor="t">
            <a:normAutofit fontScale="92500"/>
          </a:bodyPr>
          <a:lstStyle/>
          <a:p>
            <a:pPr marL="0" indent="0" algn="l">
              <a:buNone/>
            </a:pPr>
            <a:r>
              <a:rPr lang="en-US" sz="2100" dirty="0">
                <a:solidFill>
                  <a:srgbClr val="8C887C"/>
                </a:solidFill>
                <a:latin typeface="맑은 고딕" panose="020B0503020000020004" pitchFamily="50" charset="-127"/>
                <a:ea typeface="맑은 고딕" panose="020B0503020000020004" pitchFamily="50" charset="-127"/>
                <a:cs typeface="Pretendard" pitchFamily="34" charset="-120"/>
              </a:rPr>
              <a:t>그룹 여행의 세 가지 불편</a:t>
            </a:r>
            <a:endParaRPr lang="en-US" sz="2100" dirty="0">
              <a:latin typeface="맑은 고딕" panose="020B0503020000020004" pitchFamily="50" charset="-127"/>
            </a:endParaRPr>
          </a:p>
        </p:txBody>
      </p:sp>
      <p:sp>
        <p:nvSpPr>
          <p:cNvPr id="23" name="Shape 21"/>
          <p:cNvSpPr/>
          <p:nvPr/>
        </p:nvSpPr>
        <p:spPr>
          <a:xfrm>
            <a:off x="1352550" y="4657725"/>
            <a:ext cx="766911" cy="561975"/>
          </a:xfrm>
          <a:prstGeom prst="roundRect">
            <a:avLst>
              <a:gd name="adj" fmla="val 50000"/>
            </a:avLst>
          </a:prstGeom>
          <a:solidFill>
            <a:srgbClr val="8AA6C0"/>
          </a:solidFill>
          <a:ln/>
        </p:spPr>
        <p:txBody>
          <a:bodyPr/>
          <a:lstStyle/>
          <a:p>
            <a:endParaRPr lang="ko-KR" altLang="en-US"/>
          </a:p>
        </p:txBody>
      </p:sp>
      <p:sp>
        <p:nvSpPr>
          <p:cNvPr id="24" name="Text 22"/>
          <p:cNvSpPr/>
          <p:nvPr/>
        </p:nvSpPr>
        <p:spPr>
          <a:xfrm>
            <a:off x="1562100" y="4743450"/>
            <a:ext cx="424011" cy="428625"/>
          </a:xfrm>
          <a:prstGeom prst="rect">
            <a:avLst/>
          </a:prstGeom>
          <a:noFill/>
          <a:ln/>
        </p:spPr>
        <p:txBody>
          <a:bodyPr wrap="square" lIns="25400" tIns="25400" rIns="25400" bIns="25400" rtlCol="0" anchor="t">
            <a:normAutofit/>
          </a:bodyPr>
          <a:lstStyle/>
          <a:p>
            <a:pPr marL="0" indent="0" algn="l">
              <a:buNone/>
            </a:pPr>
            <a:r>
              <a:rPr lang="en-US" sz="2100" b="1" kern="0" spc="84" dirty="0">
                <a:solidFill>
                  <a:srgbClr val="FBF8EF"/>
                </a:solidFill>
                <a:latin typeface="Microsoft YaHei" panose="020B0503020204020204" pitchFamily="34" charset="-122"/>
                <a:ea typeface="Microsoft YaHei" panose="020B0503020204020204" pitchFamily="34" charset="-122"/>
                <a:cs typeface="Space Mono" pitchFamily="34" charset="-120"/>
              </a:rPr>
              <a:t>03</a:t>
            </a:r>
            <a:endParaRPr lang="en-US" sz="2100" dirty="0">
              <a:latin typeface="맑은 고딕" panose="020B0503020000020004" pitchFamily="50" charset="-127"/>
            </a:endParaRPr>
          </a:p>
        </p:txBody>
      </p:sp>
      <p:sp>
        <p:nvSpPr>
          <p:cNvPr id="25" name="Text 23"/>
          <p:cNvSpPr/>
          <p:nvPr/>
        </p:nvSpPr>
        <p:spPr>
          <a:xfrm>
            <a:off x="2405211" y="4676775"/>
            <a:ext cx="2514600" cy="561975"/>
          </a:xfrm>
          <a:prstGeom prst="rect">
            <a:avLst/>
          </a:prstGeom>
          <a:noFill/>
          <a:ln/>
        </p:spPr>
        <p:txBody>
          <a:bodyPr wrap="square" lIns="25400" tIns="25400" rIns="25400" bIns="25400" rtlCol="0" anchor="t">
            <a:normAutofit/>
          </a:bodyPr>
          <a:lstStyle/>
          <a:p>
            <a:pPr marL="0" indent="0" algn="l">
              <a:buNone/>
            </a:pPr>
            <a:r>
              <a:rPr lang="en-US" sz="3300" dirty="0">
                <a:solidFill>
                  <a:srgbClr val="4A4A4A"/>
                </a:solidFill>
                <a:latin typeface="맑은 고딕" panose="020B0503020000020004" pitchFamily="50" charset="-127"/>
                <a:ea typeface="맑은 고딕" panose="020B0503020000020004" pitchFamily="50" charset="-127"/>
                <a:cs typeface="Black Han Sans" pitchFamily="34" charset="-120"/>
              </a:rPr>
              <a:t>솔루션</a:t>
            </a:r>
            <a:endParaRPr lang="en-US" sz="3300" dirty="0">
              <a:latin typeface="맑은 고딕" panose="020B0503020000020004" pitchFamily="50" charset="-127"/>
            </a:endParaRPr>
          </a:p>
        </p:txBody>
      </p:sp>
      <p:sp>
        <p:nvSpPr>
          <p:cNvPr id="26" name="Shape 24"/>
          <p:cNvSpPr/>
          <p:nvPr/>
        </p:nvSpPr>
        <p:spPr>
          <a:xfrm>
            <a:off x="4976961" y="4929188"/>
            <a:ext cx="6924526" cy="19050"/>
          </a:xfrm>
          <a:prstGeom prst="rect">
            <a:avLst/>
          </a:prstGeom>
          <a:solidFill>
            <a:srgbClr val="C7BFA9"/>
          </a:solidFill>
          <a:ln/>
        </p:spPr>
        <p:txBody>
          <a:bodyPr/>
          <a:lstStyle/>
          <a:p>
            <a:endParaRPr lang="ko-KR" altLang="en-US"/>
          </a:p>
        </p:txBody>
      </p:sp>
      <p:sp>
        <p:nvSpPr>
          <p:cNvPr id="27" name="Text 25"/>
          <p:cNvSpPr/>
          <p:nvPr/>
        </p:nvSpPr>
        <p:spPr>
          <a:xfrm>
            <a:off x="12187238" y="4776788"/>
            <a:ext cx="2750344" cy="361950"/>
          </a:xfrm>
          <a:prstGeom prst="rect">
            <a:avLst/>
          </a:prstGeom>
          <a:noFill/>
          <a:ln/>
        </p:spPr>
        <p:txBody>
          <a:bodyPr wrap="square" lIns="25400" tIns="25400" rIns="25400" bIns="25400" rtlCol="0" anchor="t">
            <a:normAutofit fontScale="92500"/>
          </a:bodyPr>
          <a:lstStyle/>
          <a:p>
            <a:pPr marL="0" indent="0" algn="l">
              <a:buNone/>
            </a:pPr>
            <a:r>
              <a:rPr lang="en-US" sz="2100" dirty="0">
                <a:solidFill>
                  <a:srgbClr val="8C887C"/>
                </a:solidFill>
                <a:latin typeface="맑은 고딕" panose="020B0503020000020004" pitchFamily="50" charset="-127"/>
                <a:ea typeface="맑은 고딕" panose="020B0503020000020004" pitchFamily="50" charset="-127"/>
                <a:cs typeface="Pretendard" pitchFamily="34" charset="-120"/>
              </a:rPr>
              <a:t>함께 계획하고 함께 정산</a:t>
            </a:r>
            <a:endParaRPr lang="en-US" sz="2100" dirty="0">
              <a:latin typeface="맑은 고딕" panose="020B0503020000020004" pitchFamily="50" charset="-127"/>
            </a:endParaRPr>
          </a:p>
        </p:txBody>
      </p:sp>
      <p:sp>
        <p:nvSpPr>
          <p:cNvPr id="28" name="Shape 26"/>
          <p:cNvSpPr/>
          <p:nvPr/>
        </p:nvSpPr>
        <p:spPr>
          <a:xfrm>
            <a:off x="1352550" y="5467350"/>
            <a:ext cx="766911" cy="561975"/>
          </a:xfrm>
          <a:prstGeom prst="roundRect">
            <a:avLst>
              <a:gd name="adj" fmla="val 50000"/>
            </a:avLst>
          </a:prstGeom>
          <a:solidFill>
            <a:srgbClr val="8AA6C0"/>
          </a:solidFill>
          <a:ln/>
        </p:spPr>
        <p:txBody>
          <a:bodyPr/>
          <a:lstStyle/>
          <a:p>
            <a:endParaRPr lang="ko-KR" altLang="en-US"/>
          </a:p>
        </p:txBody>
      </p:sp>
      <p:sp>
        <p:nvSpPr>
          <p:cNvPr id="29" name="Text 27"/>
          <p:cNvSpPr/>
          <p:nvPr/>
        </p:nvSpPr>
        <p:spPr>
          <a:xfrm>
            <a:off x="1562100" y="5553075"/>
            <a:ext cx="424011" cy="428625"/>
          </a:xfrm>
          <a:prstGeom prst="rect">
            <a:avLst/>
          </a:prstGeom>
          <a:noFill/>
          <a:ln/>
        </p:spPr>
        <p:txBody>
          <a:bodyPr wrap="square" lIns="25400" tIns="25400" rIns="25400" bIns="25400" rtlCol="0" anchor="t">
            <a:normAutofit/>
          </a:bodyPr>
          <a:lstStyle/>
          <a:p>
            <a:pPr marL="0" indent="0" algn="l">
              <a:buNone/>
            </a:pPr>
            <a:r>
              <a:rPr lang="en-US" sz="2100" b="1" kern="0" spc="84" dirty="0">
                <a:solidFill>
                  <a:srgbClr val="FBF8EF"/>
                </a:solidFill>
                <a:latin typeface="Microsoft YaHei" panose="020B0503020204020204" pitchFamily="34" charset="-122"/>
                <a:ea typeface="Microsoft YaHei" panose="020B0503020204020204" pitchFamily="34" charset="-122"/>
                <a:cs typeface="Space Mono" pitchFamily="34" charset="-120"/>
              </a:rPr>
              <a:t>04</a:t>
            </a:r>
            <a:endParaRPr lang="en-US" sz="2100" dirty="0">
              <a:latin typeface="맑은 고딕" panose="020B0503020000020004" pitchFamily="50" charset="-127"/>
            </a:endParaRPr>
          </a:p>
        </p:txBody>
      </p:sp>
      <p:sp>
        <p:nvSpPr>
          <p:cNvPr id="30" name="Text 28"/>
          <p:cNvSpPr/>
          <p:nvPr/>
        </p:nvSpPr>
        <p:spPr>
          <a:xfrm>
            <a:off x="2405211" y="5486400"/>
            <a:ext cx="2514600" cy="561975"/>
          </a:xfrm>
          <a:prstGeom prst="rect">
            <a:avLst/>
          </a:prstGeom>
          <a:noFill/>
          <a:ln/>
        </p:spPr>
        <p:txBody>
          <a:bodyPr wrap="square" lIns="25400" tIns="25400" rIns="25400" bIns="25400" rtlCol="0" anchor="t">
            <a:normAutofit/>
          </a:bodyPr>
          <a:lstStyle/>
          <a:p>
            <a:pPr marL="0" indent="0" algn="l">
              <a:buNone/>
            </a:pPr>
            <a:r>
              <a:rPr lang="en-US" sz="3300" dirty="0">
                <a:solidFill>
                  <a:srgbClr val="4A4A4A"/>
                </a:solidFill>
                <a:latin typeface="맑은 고딕" panose="020B0503020000020004" pitchFamily="50" charset="-127"/>
                <a:ea typeface="맑은 고딕" panose="020B0503020000020004" pitchFamily="50" charset="-127"/>
                <a:cs typeface="Black Han Sans" pitchFamily="34" charset="-120"/>
              </a:rPr>
              <a:t>기능 시연</a:t>
            </a:r>
            <a:endParaRPr lang="en-US" sz="3300" dirty="0">
              <a:latin typeface="맑은 고딕" panose="020B0503020000020004" pitchFamily="50" charset="-127"/>
            </a:endParaRPr>
          </a:p>
        </p:txBody>
      </p:sp>
      <p:sp>
        <p:nvSpPr>
          <p:cNvPr id="31" name="Shape 29"/>
          <p:cNvSpPr/>
          <p:nvPr/>
        </p:nvSpPr>
        <p:spPr>
          <a:xfrm>
            <a:off x="4976961" y="5738813"/>
            <a:ext cx="7385447" cy="19050"/>
          </a:xfrm>
          <a:prstGeom prst="rect">
            <a:avLst/>
          </a:prstGeom>
          <a:solidFill>
            <a:srgbClr val="C7BFA9"/>
          </a:solidFill>
          <a:ln/>
        </p:spPr>
        <p:txBody>
          <a:bodyPr/>
          <a:lstStyle/>
          <a:p>
            <a:endParaRPr lang="ko-KR" altLang="en-US"/>
          </a:p>
        </p:txBody>
      </p:sp>
      <p:sp>
        <p:nvSpPr>
          <p:cNvPr id="32" name="Text 30"/>
          <p:cNvSpPr/>
          <p:nvPr/>
        </p:nvSpPr>
        <p:spPr>
          <a:xfrm>
            <a:off x="12648158" y="5586413"/>
            <a:ext cx="2243331" cy="361950"/>
          </a:xfrm>
          <a:prstGeom prst="rect">
            <a:avLst/>
          </a:prstGeom>
          <a:noFill/>
          <a:ln/>
        </p:spPr>
        <p:txBody>
          <a:bodyPr wrap="square" lIns="25400" tIns="25400" rIns="25400" bIns="25400" rtlCol="0" anchor="t">
            <a:normAutofit fontScale="92500"/>
          </a:bodyPr>
          <a:lstStyle/>
          <a:p>
            <a:pPr marL="0" indent="0" algn="l">
              <a:buNone/>
            </a:pPr>
            <a:r>
              <a:rPr lang="en-US" sz="2100" dirty="0">
                <a:solidFill>
                  <a:srgbClr val="8C887C"/>
                </a:solidFill>
                <a:latin typeface="맑은 고딕" panose="020B0503020000020004" pitchFamily="50" charset="-127"/>
                <a:ea typeface="맑은 고딕" panose="020B0503020000020004" pitchFamily="50" charset="-127"/>
                <a:cs typeface="Pretendard" pitchFamily="34" charset="-120"/>
              </a:rPr>
              <a:t>다섯 가지 핵심 기능</a:t>
            </a:r>
            <a:endParaRPr lang="en-US" sz="2100" dirty="0">
              <a:latin typeface="맑은 고딕" panose="020B0503020000020004" pitchFamily="50" charset="-127"/>
            </a:endParaRPr>
          </a:p>
        </p:txBody>
      </p:sp>
      <p:sp>
        <p:nvSpPr>
          <p:cNvPr id="33" name="Shape 31"/>
          <p:cNvSpPr/>
          <p:nvPr/>
        </p:nvSpPr>
        <p:spPr>
          <a:xfrm>
            <a:off x="1352550" y="6310313"/>
            <a:ext cx="766911" cy="561975"/>
          </a:xfrm>
          <a:prstGeom prst="roundRect">
            <a:avLst>
              <a:gd name="adj" fmla="val 50000"/>
            </a:avLst>
          </a:prstGeom>
          <a:solidFill>
            <a:srgbClr val="8AA6C0"/>
          </a:solidFill>
          <a:ln/>
        </p:spPr>
        <p:txBody>
          <a:bodyPr/>
          <a:lstStyle/>
          <a:p>
            <a:endParaRPr lang="ko-KR" altLang="en-US"/>
          </a:p>
        </p:txBody>
      </p:sp>
      <p:sp>
        <p:nvSpPr>
          <p:cNvPr id="34" name="Text 32"/>
          <p:cNvSpPr/>
          <p:nvPr/>
        </p:nvSpPr>
        <p:spPr>
          <a:xfrm>
            <a:off x="1562100" y="6396038"/>
            <a:ext cx="424011" cy="428625"/>
          </a:xfrm>
          <a:prstGeom prst="rect">
            <a:avLst/>
          </a:prstGeom>
          <a:noFill/>
          <a:ln/>
        </p:spPr>
        <p:txBody>
          <a:bodyPr wrap="square" lIns="25400" tIns="25400" rIns="25400" bIns="25400" rtlCol="0" anchor="t">
            <a:normAutofit/>
          </a:bodyPr>
          <a:lstStyle/>
          <a:p>
            <a:pPr marL="0" indent="0" algn="l">
              <a:buNone/>
            </a:pPr>
            <a:r>
              <a:rPr lang="en-US" sz="2100" b="1" kern="0" spc="84" dirty="0">
                <a:solidFill>
                  <a:srgbClr val="FBF8EF"/>
                </a:solidFill>
                <a:latin typeface="Microsoft YaHei" panose="020B0503020204020204" pitchFamily="34" charset="-122"/>
                <a:ea typeface="Microsoft YaHei" panose="020B0503020204020204" pitchFamily="34" charset="-122"/>
                <a:cs typeface="Space Mono" pitchFamily="34" charset="-120"/>
              </a:rPr>
              <a:t>05</a:t>
            </a:r>
            <a:endParaRPr lang="en-US" sz="2100" dirty="0">
              <a:latin typeface="맑은 고딕" panose="020B0503020000020004" pitchFamily="50" charset="-127"/>
            </a:endParaRPr>
          </a:p>
        </p:txBody>
      </p:sp>
      <p:sp>
        <p:nvSpPr>
          <p:cNvPr id="35" name="Text 33"/>
          <p:cNvSpPr/>
          <p:nvPr/>
        </p:nvSpPr>
        <p:spPr>
          <a:xfrm>
            <a:off x="2405211" y="6276975"/>
            <a:ext cx="2514600" cy="666750"/>
          </a:xfrm>
          <a:prstGeom prst="rect">
            <a:avLst/>
          </a:prstGeom>
          <a:noFill/>
          <a:ln/>
        </p:spPr>
        <p:txBody>
          <a:bodyPr wrap="square" lIns="25400" tIns="25400" rIns="25400" bIns="25400" rtlCol="0" anchor="t">
            <a:normAutofit/>
          </a:bodyPr>
          <a:lstStyle/>
          <a:p>
            <a:pPr marL="0" indent="0" algn="l">
              <a:buNone/>
            </a:pPr>
            <a:r>
              <a:rPr lang="en-US" sz="3300" dirty="0">
                <a:solidFill>
                  <a:srgbClr val="4A4A4A"/>
                </a:solidFill>
                <a:latin typeface="맑은 고딕" panose="020B0503020000020004" pitchFamily="50" charset="-127"/>
                <a:ea typeface="맑은 고딕" panose="020B0503020000020004" pitchFamily="50" charset="-127"/>
                <a:cs typeface="Black Han Sans" pitchFamily="34" charset="-120"/>
              </a:rPr>
              <a:t>기술 · 회고</a:t>
            </a:r>
            <a:endParaRPr lang="en-US" sz="3300" dirty="0">
              <a:latin typeface="맑은 고딕" panose="020B0503020000020004" pitchFamily="50" charset="-127"/>
            </a:endParaRPr>
          </a:p>
        </p:txBody>
      </p:sp>
      <p:sp>
        <p:nvSpPr>
          <p:cNvPr id="36" name="Shape 34"/>
          <p:cNvSpPr/>
          <p:nvPr/>
        </p:nvSpPr>
        <p:spPr>
          <a:xfrm>
            <a:off x="4976961" y="6581775"/>
            <a:ext cx="7345114" cy="19050"/>
          </a:xfrm>
          <a:prstGeom prst="rect">
            <a:avLst/>
          </a:prstGeom>
          <a:solidFill>
            <a:srgbClr val="C7BFA9"/>
          </a:solidFill>
          <a:ln/>
        </p:spPr>
        <p:txBody>
          <a:bodyPr/>
          <a:lstStyle/>
          <a:p>
            <a:endParaRPr lang="ko-KR" altLang="en-US"/>
          </a:p>
        </p:txBody>
      </p:sp>
      <p:sp>
        <p:nvSpPr>
          <p:cNvPr id="37" name="Text 35"/>
          <p:cNvSpPr/>
          <p:nvPr/>
        </p:nvSpPr>
        <p:spPr>
          <a:xfrm>
            <a:off x="12607826" y="6429375"/>
            <a:ext cx="2287697" cy="361950"/>
          </a:xfrm>
          <a:prstGeom prst="rect">
            <a:avLst/>
          </a:prstGeom>
          <a:noFill/>
          <a:ln/>
        </p:spPr>
        <p:txBody>
          <a:bodyPr wrap="square" lIns="25400" tIns="25400" rIns="25400" bIns="25400" rtlCol="0" anchor="t">
            <a:normAutofit fontScale="92500"/>
          </a:bodyPr>
          <a:lstStyle/>
          <a:p>
            <a:pPr marL="0" indent="0" algn="l">
              <a:buNone/>
            </a:pPr>
            <a:r>
              <a:rPr lang="en-US" sz="2100" dirty="0">
                <a:solidFill>
                  <a:srgbClr val="8C887C"/>
                </a:solidFill>
                <a:latin typeface="맑은 고딕" panose="020B0503020000020004" pitchFamily="50" charset="-127"/>
                <a:ea typeface="맑은 고딕" panose="020B0503020000020004" pitchFamily="50" charset="-127"/>
                <a:cs typeface="Pretendard" pitchFamily="34" charset="-120"/>
              </a:rPr>
              <a:t>구조 · 보안 · 배운 점</a:t>
            </a:r>
            <a:endParaRPr lang="en-US" sz="2100" dirty="0">
              <a:latin typeface="맑은 고딕" panose="020B0503020000020004" pitchFamily="50" charset="-127"/>
            </a:endParaRPr>
          </a:p>
        </p:txBody>
      </p:sp>
      <p:sp>
        <p:nvSpPr>
          <p:cNvPr id="38" name="Text 5">
            <a:extLst>
              <a:ext uri="{FF2B5EF4-FFF2-40B4-BE49-F238E27FC236}">
                <a16:creationId xmlns:a16="http://schemas.microsoft.com/office/drawing/2014/main" id="{4F6A269E-4343-485E-8D86-0ADFAE3055F9}"/>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4045134"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Travel Overview</a:t>
            </a:r>
            <a:endParaRPr lang="en-US" sz="2550" dirty="0">
              <a:latin typeface="맑은 고딕" panose="020B0503020000020004" pitchFamily="50" charset="-127"/>
            </a:endParaRPr>
          </a:p>
        </p:txBody>
      </p:sp>
      <p:sp>
        <p:nvSpPr>
          <p:cNvPr id="11" name="Text 9"/>
          <p:cNvSpPr/>
          <p:nvPr/>
        </p:nvSpPr>
        <p:spPr>
          <a:xfrm>
            <a:off x="1352549" y="1762125"/>
            <a:ext cx="4337893" cy="895350"/>
          </a:xfrm>
          <a:prstGeom prst="rect">
            <a:avLst/>
          </a:prstGeom>
          <a:noFill/>
          <a:ln/>
        </p:spPr>
        <p:txBody>
          <a:bodyPr wrap="square" lIns="25400" tIns="25400" rIns="25400" bIns="25400" rtlCol="0" anchor="t">
            <a:normAutofit fontScale="925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프로젝트 개요</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03</a:t>
            </a:r>
            <a:endParaRPr lang="en-US" sz="1950" b="1" dirty="0">
              <a:latin typeface="맑은 고딕" panose="020B0503020000020004" pitchFamily="50" charset="-127"/>
            </a:endParaRPr>
          </a:p>
        </p:txBody>
      </p:sp>
      <p:sp>
        <p:nvSpPr>
          <p:cNvPr id="13" name="Text 11"/>
          <p:cNvSpPr/>
          <p:nvPr/>
        </p:nvSpPr>
        <p:spPr>
          <a:xfrm>
            <a:off x="1352550" y="3076575"/>
            <a:ext cx="12276981" cy="1229618"/>
          </a:xfrm>
          <a:prstGeom prst="rect">
            <a:avLst/>
          </a:prstGeom>
          <a:noFill/>
          <a:ln/>
        </p:spPr>
        <p:txBody>
          <a:bodyPr wrap="square" lIns="25400" tIns="25400" rIns="25400" bIns="25400" rtlCol="0" anchor="t">
            <a:normAutofit fontScale="92500" lnSpcReduction="10000"/>
          </a:bodyPr>
          <a:lstStyle/>
          <a:p>
            <a:pPr marL="0" indent="0" algn="l">
              <a:lnSpc>
                <a:spcPct val="136000"/>
              </a:lnSpc>
              <a:buNone/>
            </a:pPr>
            <a:r>
              <a:rPr lang="en-US" sz="3450" dirty="0">
                <a:solidFill>
                  <a:srgbClr val="4A4A4A"/>
                </a:solidFill>
                <a:latin typeface="맑은 고딕" panose="020B0503020000020004" pitchFamily="50" charset="-127"/>
                <a:ea typeface="맑은 고딕" panose="020B0503020000020004" pitchFamily="50" charset="-127"/>
                <a:cs typeface="Pretendard" pitchFamily="34" charset="-120"/>
              </a:rPr>
              <a:t>국내 여행에 특화된, </a:t>
            </a:r>
            <a:r>
              <a:rPr lang="en-US" sz="3450" b="1" dirty="0">
                <a:solidFill>
                  <a:srgbClr val="4A4A4A"/>
                </a:solidFill>
                <a:latin typeface="맑은 고딕" panose="020B0503020000020004" pitchFamily="50" charset="-127"/>
                <a:ea typeface="맑은 고딕" panose="020B0503020000020004" pitchFamily="50" charset="-127"/>
                <a:cs typeface="Pretendard" pitchFamily="34" charset="-120"/>
              </a:rPr>
              <a:t>함께 계획하고 함께 </a:t>
            </a:r>
            <a:r>
              <a:rPr lang="en-US" sz="3450" b="1" dirty="0" err="1">
                <a:solidFill>
                  <a:srgbClr val="4A4A4A"/>
                </a:solidFill>
                <a:latin typeface="맑은 고딕" panose="020B0503020000020004" pitchFamily="50" charset="-127"/>
                <a:ea typeface="맑은 고딕" panose="020B0503020000020004" pitchFamily="50" charset="-127"/>
                <a:cs typeface="Pretendard" pitchFamily="34" charset="-120"/>
              </a:rPr>
              <a:t>정산하는</a:t>
            </a:r>
            <a:r>
              <a:rPr lang="en-US" sz="3450" b="1" dirty="0">
                <a:solidFill>
                  <a:srgbClr val="4A4A4A"/>
                </a:solidFill>
                <a:latin typeface="맑은 고딕" panose="020B0503020000020004" pitchFamily="50" charset="-127"/>
                <a:ea typeface="맑은 고딕" panose="020B0503020000020004" pitchFamily="50" charset="-127"/>
                <a:cs typeface="Pretendard" pitchFamily="34" charset="-120"/>
              </a:rPr>
              <a:t> </a:t>
            </a:r>
          </a:p>
          <a:p>
            <a:pPr marL="0" indent="0" algn="l">
              <a:lnSpc>
                <a:spcPct val="136000"/>
              </a:lnSpc>
              <a:buNone/>
            </a:pPr>
            <a:r>
              <a:rPr lang="en-US" sz="3450" dirty="0" err="1">
                <a:solidFill>
                  <a:srgbClr val="4A4A4A"/>
                </a:solidFill>
                <a:latin typeface="맑은 고딕" panose="020B0503020000020004" pitchFamily="50" charset="-127"/>
                <a:ea typeface="맑은 고딕" panose="020B0503020000020004" pitchFamily="50" charset="-127"/>
                <a:cs typeface="Pretendard" pitchFamily="34" charset="-120"/>
              </a:rPr>
              <a:t>그룹</a:t>
            </a:r>
            <a:r>
              <a:rPr lang="en-US" sz="3450" dirty="0">
                <a:solidFill>
                  <a:srgbClr val="4A4A4A"/>
                </a:solidFill>
                <a:latin typeface="맑은 고딕" panose="020B0503020000020004" pitchFamily="50" charset="-127"/>
                <a:ea typeface="맑은 고딕" panose="020B0503020000020004" pitchFamily="50" charset="-127"/>
                <a:cs typeface="Pretendard" pitchFamily="34" charset="-120"/>
              </a:rPr>
              <a:t> 여행 협업 플랫폼</a:t>
            </a:r>
            <a:endParaRPr lang="en-US" sz="3450" dirty="0">
              <a:latin typeface="맑은 고딕" panose="020B0503020000020004" pitchFamily="50" charset="-127"/>
            </a:endParaRPr>
          </a:p>
        </p:txBody>
      </p:sp>
      <p:sp>
        <p:nvSpPr>
          <p:cNvPr id="14" name="Shape 12"/>
          <p:cNvSpPr/>
          <p:nvPr/>
        </p:nvSpPr>
        <p:spPr>
          <a:xfrm>
            <a:off x="1352550" y="6962775"/>
            <a:ext cx="3766393" cy="2047875"/>
          </a:xfrm>
          <a:prstGeom prst="roundRect">
            <a:avLst>
              <a:gd name="adj" fmla="val 9302"/>
            </a:avLst>
          </a:prstGeom>
          <a:solidFill>
            <a:srgbClr val="ECE9DD"/>
          </a:solidFill>
          <a:ln/>
        </p:spPr>
        <p:txBody>
          <a:bodyPr/>
          <a:lstStyle/>
          <a:p>
            <a:endParaRPr lang="ko-KR" altLang="en-US"/>
          </a:p>
        </p:txBody>
      </p:sp>
      <p:sp>
        <p:nvSpPr>
          <p:cNvPr id="15" name="Text 13"/>
          <p:cNvSpPr/>
          <p:nvPr/>
        </p:nvSpPr>
        <p:spPr>
          <a:xfrm>
            <a:off x="1695450" y="7286625"/>
            <a:ext cx="3388653" cy="3810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A9486"/>
                </a:solidFill>
                <a:latin typeface="Microsoft YaHei" panose="020B0503020204020204" pitchFamily="34" charset="-122"/>
                <a:ea typeface="Microsoft YaHei" panose="020B0503020204020204" pitchFamily="34" charset="-122"/>
                <a:cs typeface="Space Mono" pitchFamily="34" charset="-120"/>
              </a:rPr>
              <a:t>BENCHMARK</a:t>
            </a:r>
            <a:endParaRPr lang="en-US" sz="1800" dirty="0">
              <a:latin typeface="맑은 고딕" panose="020B0503020000020004" pitchFamily="50" charset="-127"/>
            </a:endParaRPr>
          </a:p>
        </p:txBody>
      </p:sp>
      <p:sp>
        <p:nvSpPr>
          <p:cNvPr id="16" name="Text 14"/>
          <p:cNvSpPr/>
          <p:nvPr/>
        </p:nvSpPr>
        <p:spPr>
          <a:xfrm>
            <a:off x="2454094" y="7714173"/>
            <a:ext cx="2248996" cy="590550"/>
          </a:xfrm>
          <a:prstGeom prst="rect">
            <a:avLst/>
          </a:prstGeom>
          <a:noFill/>
          <a:ln/>
        </p:spPr>
        <p:txBody>
          <a:bodyPr wrap="square" lIns="25400" tIns="25400" rIns="25400" bIns="25400" rtlCol="0" anchor="t">
            <a:normAutofit/>
          </a:bodyPr>
          <a:lstStyle/>
          <a:p>
            <a:pPr marL="0" indent="0" algn="l">
              <a:buNone/>
            </a:pPr>
            <a:r>
              <a:rPr lang="en-US" sz="3450" dirty="0">
                <a:solidFill>
                  <a:srgbClr val="4A4A4A"/>
                </a:solidFill>
                <a:latin typeface="맑은 고딕" panose="020B0503020000020004" pitchFamily="50" charset="-127"/>
                <a:ea typeface="맑은 고딕" panose="020B0503020000020004" pitchFamily="50" charset="-127"/>
                <a:cs typeface="Black Han Sans" pitchFamily="34" charset="-120"/>
              </a:rPr>
              <a:t>Wanderlog</a:t>
            </a:r>
            <a:endParaRPr lang="en-US" sz="3450" dirty="0">
              <a:latin typeface="맑은 고딕" panose="020B0503020000020004" pitchFamily="50" charset="-127"/>
            </a:endParaRPr>
          </a:p>
        </p:txBody>
      </p:sp>
      <p:sp>
        <p:nvSpPr>
          <p:cNvPr id="17" name="Text 15"/>
          <p:cNvSpPr/>
          <p:nvPr/>
        </p:nvSpPr>
        <p:spPr>
          <a:xfrm>
            <a:off x="2266964" y="8393652"/>
            <a:ext cx="3388653" cy="3333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8C887C"/>
                </a:solidFill>
                <a:latin typeface="맑은 고딕" panose="020B0503020000020004" pitchFamily="50" charset="-127"/>
                <a:ea typeface="맑은 고딕" panose="020B0503020000020004" pitchFamily="50" charset="-127"/>
                <a:cs typeface="Pretendard" pitchFamily="34" charset="-120"/>
              </a:rPr>
              <a:t>여행 일정 협업 앱</a:t>
            </a:r>
            <a:endParaRPr lang="en-US" sz="1950" dirty="0">
              <a:latin typeface="맑은 고딕" panose="020B0503020000020004" pitchFamily="50" charset="-127"/>
            </a:endParaRPr>
          </a:p>
        </p:txBody>
      </p:sp>
      <p:sp>
        <p:nvSpPr>
          <p:cNvPr id="20" name="Text 18"/>
          <p:cNvSpPr/>
          <p:nvPr/>
        </p:nvSpPr>
        <p:spPr>
          <a:xfrm>
            <a:off x="5690443" y="7762875"/>
            <a:ext cx="3388816" cy="590550"/>
          </a:xfrm>
          <a:prstGeom prst="rect">
            <a:avLst/>
          </a:prstGeom>
          <a:noFill/>
          <a:ln/>
        </p:spPr>
        <p:txBody>
          <a:bodyPr wrap="square" lIns="25400" tIns="25400" rIns="25400" bIns="25400" rtlCol="0" anchor="t">
            <a:normAutofit/>
          </a:bodyPr>
          <a:lstStyle/>
          <a:p>
            <a:pPr marL="0" indent="0" algn="l">
              <a:buNone/>
            </a:pPr>
            <a:endParaRPr lang="en-US" sz="3450" dirty="0">
              <a:latin typeface="맑은 고딕" panose="020B0503020000020004" pitchFamily="50" charset="-127"/>
            </a:endParaRPr>
          </a:p>
        </p:txBody>
      </p:sp>
      <p:sp>
        <p:nvSpPr>
          <p:cNvPr id="22" name="Shape 20"/>
          <p:cNvSpPr/>
          <p:nvPr/>
        </p:nvSpPr>
        <p:spPr>
          <a:xfrm>
            <a:off x="5964733" y="6962775"/>
            <a:ext cx="8722817" cy="2047875"/>
          </a:xfrm>
          <a:prstGeom prst="roundRect">
            <a:avLst>
              <a:gd name="adj" fmla="val 9302"/>
            </a:avLst>
          </a:prstGeom>
          <a:solidFill>
            <a:srgbClr val="FBF8EF"/>
          </a:solidFill>
          <a:ln w="19050">
            <a:solidFill>
              <a:srgbClr val="C7BFA9"/>
            </a:solidFill>
            <a:prstDash val="dash"/>
          </a:ln>
        </p:spPr>
        <p:txBody>
          <a:bodyPr/>
          <a:lstStyle/>
          <a:p>
            <a:endParaRPr lang="ko-KR" altLang="en-US"/>
          </a:p>
        </p:txBody>
      </p:sp>
      <p:sp>
        <p:nvSpPr>
          <p:cNvPr id="23" name="Text 21"/>
          <p:cNvSpPr/>
          <p:nvPr/>
        </p:nvSpPr>
        <p:spPr>
          <a:xfrm>
            <a:off x="6268978" y="7100641"/>
            <a:ext cx="5083061" cy="381000"/>
          </a:xfrm>
          <a:prstGeom prst="rect">
            <a:avLst/>
          </a:prstGeom>
          <a:noFill/>
          <a:ln/>
        </p:spPr>
        <p:txBody>
          <a:bodyPr wrap="square" lIns="25400" tIns="25400" rIns="25400" bIns="25400" rtlCol="0" anchor="t">
            <a:normAutofit/>
          </a:bodyPr>
          <a:lstStyle/>
          <a:p>
            <a:pPr marL="0" indent="0" algn="l">
              <a:buNone/>
            </a:pPr>
            <a:r>
              <a:rPr lang="en-US" b="1" kern="0" spc="288" dirty="0">
                <a:solidFill>
                  <a:srgbClr val="8AA6C0"/>
                </a:solidFill>
                <a:latin typeface="Microsoft YaHei" panose="020B0503020204020204" pitchFamily="34" charset="-122"/>
                <a:ea typeface="Microsoft YaHei" panose="020B0503020204020204" pitchFamily="34" charset="-122"/>
                <a:cs typeface="Space Mono" pitchFamily="34" charset="-120"/>
              </a:rPr>
              <a:t>VALUE</a:t>
            </a:r>
            <a:endParaRPr lang="en-US" b="1" dirty="0">
              <a:latin typeface="맑은 고딕" panose="020B0503020000020004" pitchFamily="50" charset="-127"/>
            </a:endParaRPr>
          </a:p>
        </p:txBody>
      </p:sp>
      <p:sp>
        <p:nvSpPr>
          <p:cNvPr id="24" name="Text 22"/>
          <p:cNvSpPr/>
          <p:nvPr/>
        </p:nvSpPr>
        <p:spPr>
          <a:xfrm>
            <a:off x="6856460" y="7810780"/>
            <a:ext cx="6939362" cy="494739"/>
          </a:xfrm>
          <a:prstGeom prst="rect">
            <a:avLst/>
          </a:prstGeom>
          <a:noFill/>
          <a:ln/>
        </p:spPr>
        <p:txBody>
          <a:bodyPr wrap="square" lIns="25400" tIns="25400" rIns="25400" bIns="25400" rtlCol="0" anchor="t">
            <a:normAutofit fontScale="85000" lnSpcReduction="10000"/>
          </a:bodyPr>
          <a:lstStyle/>
          <a:p>
            <a:pPr marL="0" indent="0" algn="l">
              <a:lnSpc>
                <a:spcPct val="130000"/>
              </a:lnSpc>
              <a:buNone/>
            </a:pPr>
            <a:r>
              <a:rPr lang="en-US" sz="2700" b="1" i="1" dirty="0">
                <a:solidFill>
                  <a:srgbClr val="4A4A4A"/>
                </a:solidFill>
                <a:latin typeface="맑은 고딕" panose="020B0503020000020004" pitchFamily="50" charset="-127"/>
                <a:ea typeface="맑은 고딕" panose="020B0503020000020004" pitchFamily="50" charset="-127"/>
                <a:cs typeface="Cormorant Garamond" pitchFamily="34" charset="-120"/>
              </a:rPr>
              <a:t>흩어진 단톡방 여행 계획을, </a:t>
            </a:r>
            <a:r>
              <a:rPr lang="ko-KR" altLang="en-US" sz="2700" b="1" i="1" dirty="0">
                <a:solidFill>
                  <a:srgbClr val="4A4A4A"/>
                </a:solidFill>
                <a:latin typeface="맑은 고딕" panose="020B0503020000020004" pitchFamily="50" charset="-127"/>
                <a:ea typeface="맑은 고딕" panose="020B0503020000020004" pitchFamily="50" charset="-127"/>
                <a:cs typeface="Cormorant Garamond" pitchFamily="34" charset="-120"/>
              </a:rPr>
              <a:t>하나로 모아서  해결 </a:t>
            </a:r>
            <a:r>
              <a:rPr lang="en-US" altLang="ko-KR" sz="2700" b="1" i="1" dirty="0">
                <a:solidFill>
                  <a:srgbClr val="4A4A4A"/>
                </a:solidFill>
                <a:latin typeface="맑은 고딕" panose="020B0503020000020004" pitchFamily="50" charset="-127"/>
                <a:ea typeface="맑은 고딕" panose="020B0503020000020004" pitchFamily="50" charset="-127"/>
                <a:cs typeface="Cormorant Garamond" pitchFamily="34" charset="-120"/>
              </a:rPr>
              <a:t>~</a:t>
            </a:r>
            <a:endParaRPr lang="en-US" sz="2700" dirty="0">
              <a:latin typeface="맑은 고딕" panose="020B0503020000020004" pitchFamily="50" charset="-127"/>
            </a:endParaRPr>
          </a:p>
        </p:txBody>
      </p:sp>
      <p:pic>
        <p:nvPicPr>
          <p:cNvPr id="1026" name="Picture 2" descr="Change color and icon of map markers – Wanderlog App Help Center">
            <a:extLst>
              <a:ext uri="{FF2B5EF4-FFF2-40B4-BE49-F238E27FC236}">
                <a16:creationId xmlns:a16="http://schemas.microsoft.com/office/drawing/2014/main" id="{F4D367E9-AE2E-4DAD-B50F-754A92867C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7619" y="7757629"/>
            <a:ext cx="458165" cy="458165"/>
          </a:xfrm>
          <a:prstGeom prst="rect">
            <a:avLst/>
          </a:prstGeom>
          <a:noFill/>
          <a:extLst>
            <a:ext uri="{909E8E84-426E-40DD-AFC4-6F175D3DCCD1}">
              <a14:hiddenFill xmlns:a14="http://schemas.microsoft.com/office/drawing/2010/main">
                <a:solidFill>
                  <a:srgbClr val="FFFFFF"/>
                </a:solidFill>
              </a14:hiddenFill>
            </a:ext>
          </a:extLst>
        </p:spPr>
      </p:pic>
      <p:sp>
        <p:nvSpPr>
          <p:cNvPr id="26" name="Text 4">
            <a:extLst>
              <a:ext uri="{FF2B5EF4-FFF2-40B4-BE49-F238E27FC236}">
                <a16:creationId xmlns:a16="http://schemas.microsoft.com/office/drawing/2014/main" id="{83878738-E781-4460-A63F-953655D13A42}"/>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25" name="Text 5">
            <a:extLst>
              <a:ext uri="{FF2B5EF4-FFF2-40B4-BE49-F238E27FC236}">
                <a16:creationId xmlns:a16="http://schemas.microsoft.com/office/drawing/2014/main" id="{5CA4AA45-34A5-44A2-8A7C-6BEFFA09F622}"/>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590550" y="214843"/>
            <a:ext cx="17183100" cy="9182100"/>
          </a:xfrm>
          <a:prstGeom prst="rect">
            <a:avLst/>
          </a:prstGeom>
          <a:gradFill rotWithShape="1">
            <a:gsLst>
              <a:gs pos="0">
                <a:srgbClr val="8AA6C0">
                  <a:alpha val="9000"/>
                </a:srgbClr>
              </a:gs>
              <a:gs pos="100000">
                <a:srgbClr val="8AA6C0">
                  <a:alpha val="0"/>
                </a:srgbClr>
              </a:gs>
            </a:gsLst>
            <a:path path="circle">
              <a:fillToRect l="50000" t="50000" r="50000" b="50000"/>
            </a:path>
          </a:gradFill>
          <a:ln/>
        </p:spPr>
        <p:txBody>
          <a:bodyPr/>
          <a:lstStyle/>
          <a:p>
            <a:endParaRPr lang="ko-KR" altLang="en-US"/>
          </a:p>
        </p:txBody>
      </p:sp>
      <p:sp>
        <p:nvSpPr>
          <p:cNvPr id="4" name="Shape 2"/>
          <p:cNvSpPr/>
          <p:nvPr/>
        </p:nvSpPr>
        <p:spPr>
          <a:xfrm>
            <a:off x="15468600" y="552450"/>
            <a:ext cx="19050" cy="9182100"/>
          </a:xfrm>
          <a:prstGeom prst="rect">
            <a:avLst/>
          </a:prstGeom>
          <a:solidFill>
            <a:srgbClr val="C7BFA9"/>
          </a:solidFill>
          <a:ln/>
        </p:spPr>
        <p:txBody>
          <a:bodyPr/>
          <a:lstStyle/>
          <a:p>
            <a:endParaRPr lang="ko-KR" altLang="en-US"/>
          </a:p>
        </p:txBody>
      </p:sp>
      <p:sp>
        <p:nvSpPr>
          <p:cNvPr id="5" name="Shape 3"/>
          <p:cNvSpPr/>
          <p:nvPr/>
        </p:nvSpPr>
        <p:spPr>
          <a:xfrm>
            <a:off x="15278100" y="342900"/>
            <a:ext cx="419100" cy="419100"/>
          </a:xfrm>
          <a:prstGeom prst="ellipse">
            <a:avLst/>
          </a:prstGeom>
          <a:solidFill>
            <a:srgbClr val="87A0B5"/>
          </a:solidFill>
          <a:ln/>
        </p:spPr>
        <p:txBody>
          <a:bodyPr/>
          <a:lstStyle/>
          <a:p>
            <a:endParaRPr lang="ko-KR" altLang="en-US"/>
          </a:p>
        </p:txBody>
      </p:sp>
      <p:sp>
        <p:nvSpPr>
          <p:cNvPr id="6" name="Shape 4"/>
          <p:cNvSpPr/>
          <p:nvPr/>
        </p:nvSpPr>
        <p:spPr>
          <a:xfrm>
            <a:off x="15278100" y="9525000"/>
            <a:ext cx="419100" cy="419100"/>
          </a:xfrm>
          <a:prstGeom prst="ellipse">
            <a:avLst/>
          </a:prstGeom>
          <a:solidFill>
            <a:srgbClr val="87A0B5"/>
          </a:solidFill>
          <a:ln/>
        </p:spPr>
        <p:txBody>
          <a:bodyPr/>
          <a:lstStyle/>
          <a:p>
            <a:endParaRPr lang="ko-KR" altLang="en-US"/>
          </a:p>
        </p:txBody>
      </p:sp>
      <p:sp>
        <p:nvSpPr>
          <p:cNvPr id="9" name="Shape 7"/>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10" name="Text 8"/>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1" name="Text 9"/>
          <p:cNvSpPr/>
          <p:nvPr/>
        </p:nvSpPr>
        <p:spPr>
          <a:xfrm>
            <a:off x="1352550" y="1276350"/>
            <a:ext cx="7221781"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The Problem</a:t>
            </a:r>
            <a:endParaRPr lang="en-US" sz="2550" dirty="0">
              <a:latin typeface="맑은 고딕" panose="020B0503020000020004" pitchFamily="50" charset="-127"/>
            </a:endParaRPr>
          </a:p>
        </p:txBody>
      </p:sp>
      <p:sp>
        <p:nvSpPr>
          <p:cNvPr id="12" name="Text 10"/>
          <p:cNvSpPr/>
          <p:nvPr/>
        </p:nvSpPr>
        <p:spPr>
          <a:xfrm>
            <a:off x="1352550" y="1762125"/>
            <a:ext cx="7742039" cy="895350"/>
          </a:xfrm>
          <a:prstGeom prst="rect">
            <a:avLst/>
          </a:prstGeom>
          <a:noFill/>
          <a:ln/>
        </p:spPr>
        <p:txBody>
          <a:bodyPr wrap="square" lIns="25400" tIns="25400" rIns="25400" bIns="25400" rtlCol="0" anchor="t">
            <a:normAutofit fontScale="925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그룹 여행의 세 가지 불편</a:t>
            </a:r>
            <a:endParaRPr lang="en-US" sz="5400" b="1" dirty="0">
              <a:latin typeface="맑은 고딕" panose="020B0503020000020004" pitchFamily="50" charset="-127"/>
            </a:endParaRPr>
          </a:p>
        </p:txBody>
      </p:sp>
      <p:sp>
        <p:nvSpPr>
          <p:cNvPr id="13" name="Text 11"/>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04</a:t>
            </a:r>
            <a:endParaRPr lang="en-US" sz="1950" b="1" dirty="0">
              <a:latin typeface="맑은 고딕" panose="020B0503020000020004" pitchFamily="50" charset="-127"/>
            </a:endParaRPr>
          </a:p>
        </p:txBody>
      </p:sp>
      <p:sp>
        <p:nvSpPr>
          <p:cNvPr id="14" name="Text 12"/>
          <p:cNvSpPr/>
          <p:nvPr/>
        </p:nvSpPr>
        <p:spPr>
          <a:xfrm>
            <a:off x="1352550" y="4034368"/>
            <a:ext cx="461010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i="1" dirty="0">
                <a:solidFill>
                  <a:srgbClr val="D7D2C4"/>
                </a:solidFill>
                <a:latin typeface="맑은 고딕" panose="020B0503020000020004" pitchFamily="50" charset="-127"/>
                <a:ea typeface="맑은 고딕" panose="020B0503020000020004" pitchFamily="50" charset="-127"/>
                <a:cs typeface="Bitter" pitchFamily="34" charset="-120"/>
              </a:rPr>
              <a:t>01</a:t>
            </a:r>
            <a:endParaRPr lang="en-US" sz="6300" dirty="0">
              <a:latin typeface="맑은 고딕" panose="020B0503020000020004" pitchFamily="50" charset="-127"/>
            </a:endParaRPr>
          </a:p>
        </p:txBody>
      </p:sp>
      <p:sp>
        <p:nvSpPr>
          <p:cNvPr id="15" name="Shape 13"/>
          <p:cNvSpPr/>
          <p:nvPr/>
        </p:nvSpPr>
        <p:spPr>
          <a:xfrm>
            <a:off x="1390650" y="5498571"/>
            <a:ext cx="2441972" cy="19050"/>
          </a:xfrm>
          <a:prstGeom prst="rect">
            <a:avLst/>
          </a:prstGeom>
          <a:solidFill>
            <a:srgbClr val="B7AF9C"/>
          </a:solidFill>
          <a:ln/>
        </p:spPr>
        <p:txBody>
          <a:bodyPr/>
          <a:lstStyle/>
          <a:p>
            <a:endParaRPr lang="ko-KR" altLang="en-US"/>
          </a:p>
        </p:txBody>
      </p:sp>
      <p:sp>
        <p:nvSpPr>
          <p:cNvPr id="16" name="Text 14"/>
          <p:cNvSpPr/>
          <p:nvPr/>
        </p:nvSpPr>
        <p:spPr>
          <a:xfrm>
            <a:off x="1352550" y="4972052"/>
            <a:ext cx="2518172" cy="514350"/>
          </a:xfrm>
          <a:prstGeom prst="rect">
            <a:avLst/>
          </a:prstGeom>
          <a:noFill/>
          <a:ln/>
        </p:spPr>
        <p:txBody>
          <a:bodyPr wrap="square" lIns="25400" tIns="25400" rIns="25400" bIns="25400" rtlCol="0" anchor="t">
            <a:normAutofit/>
          </a:bodyPr>
          <a:lstStyle/>
          <a:p>
            <a:pPr marL="0" indent="0" algn="l">
              <a:buNone/>
            </a:pPr>
            <a:r>
              <a:rPr lang="en-US" sz="2300" dirty="0">
                <a:solidFill>
                  <a:srgbClr val="4A4A4A"/>
                </a:solidFill>
                <a:latin typeface="맑은 고딕" panose="020B0503020000020004" pitchFamily="50" charset="-127"/>
                <a:ea typeface="맑은 고딕" panose="020B0503020000020004" pitchFamily="50" charset="-127"/>
                <a:cs typeface="Black Han Sans" pitchFamily="34" charset="-120"/>
              </a:rPr>
              <a:t>의견이 안 모인다</a:t>
            </a:r>
            <a:endParaRPr lang="en-US" sz="2300" dirty="0">
              <a:latin typeface="맑은 고딕" panose="020B0503020000020004" pitchFamily="50" charset="-127"/>
            </a:endParaRPr>
          </a:p>
        </p:txBody>
      </p:sp>
      <p:sp>
        <p:nvSpPr>
          <p:cNvPr id="17" name="Text 15"/>
          <p:cNvSpPr/>
          <p:nvPr/>
        </p:nvSpPr>
        <p:spPr>
          <a:xfrm>
            <a:off x="1352550" y="6374079"/>
            <a:ext cx="4316730" cy="8382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dirty="0">
                <a:solidFill>
                  <a:srgbClr val="6B6965"/>
                </a:solidFill>
                <a:latin typeface="맑은 고딕" panose="020B0503020000020004" pitchFamily="50" charset="-127"/>
                <a:ea typeface="맑은 고딕" panose="020B0503020000020004" pitchFamily="50" charset="-127"/>
                <a:cs typeface="Pretendard" pitchFamily="34" charset="-120"/>
              </a:rPr>
              <a:t>“어디 갈래?” 단톡방에 흩어지는 의견, </a:t>
            </a:r>
          </a:p>
          <a:p>
            <a:pPr marL="0" indent="0" algn="l">
              <a:lnSpc>
                <a:spcPct val="150000"/>
              </a:lnSpc>
              <a:buNone/>
            </a:pPr>
            <a:r>
              <a:rPr lang="en-US" sz="2100" dirty="0" err="1">
                <a:solidFill>
                  <a:srgbClr val="6B6965"/>
                </a:solidFill>
                <a:latin typeface="맑은 고딕" panose="020B0503020000020004" pitchFamily="50" charset="-127"/>
                <a:ea typeface="맑은 고딕" panose="020B0503020000020004" pitchFamily="50" charset="-127"/>
                <a:cs typeface="Pretendard" pitchFamily="34" charset="-120"/>
              </a:rPr>
              <a:t>결정은</a:t>
            </a:r>
            <a:r>
              <a:rPr lang="en-US" sz="2100" dirty="0">
                <a:solidFill>
                  <a:srgbClr val="6B6965"/>
                </a:solidFill>
                <a:latin typeface="맑은 고딕" panose="020B0503020000020004" pitchFamily="50" charset="-127"/>
                <a:ea typeface="맑은 고딕" panose="020B0503020000020004" pitchFamily="50" charset="-127"/>
                <a:cs typeface="Pretendard" pitchFamily="34" charset="-120"/>
              </a:rPr>
              <a:t> 늘 뒤로 밀린다.</a:t>
            </a:r>
            <a:endParaRPr lang="en-US" sz="2100" dirty="0">
              <a:solidFill>
                <a:srgbClr val="6B6965"/>
              </a:solidFill>
              <a:latin typeface="맑은 고딕" panose="020B0503020000020004" pitchFamily="50" charset="-127"/>
            </a:endParaRPr>
          </a:p>
        </p:txBody>
      </p:sp>
      <p:sp>
        <p:nvSpPr>
          <p:cNvPr id="18" name="Text 16"/>
          <p:cNvSpPr/>
          <p:nvPr/>
        </p:nvSpPr>
        <p:spPr>
          <a:xfrm>
            <a:off x="5924550" y="4034368"/>
            <a:ext cx="461010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i="1" dirty="0">
                <a:solidFill>
                  <a:srgbClr val="D7D2C4"/>
                </a:solidFill>
                <a:latin typeface="맑은 고딕" panose="020B0503020000020004" pitchFamily="50" charset="-127"/>
                <a:ea typeface="맑은 고딕" panose="020B0503020000020004" pitchFamily="50" charset="-127"/>
                <a:cs typeface="Bitter" pitchFamily="34" charset="-120"/>
              </a:rPr>
              <a:t>02</a:t>
            </a:r>
            <a:endParaRPr lang="en-US" sz="6300" dirty="0">
              <a:latin typeface="맑은 고딕" panose="020B0503020000020004" pitchFamily="50" charset="-127"/>
            </a:endParaRPr>
          </a:p>
        </p:txBody>
      </p:sp>
      <p:sp>
        <p:nvSpPr>
          <p:cNvPr id="19" name="Shape 17"/>
          <p:cNvSpPr/>
          <p:nvPr/>
        </p:nvSpPr>
        <p:spPr>
          <a:xfrm>
            <a:off x="5923508" y="5517621"/>
            <a:ext cx="3170039" cy="19050"/>
          </a:xfrm>
          <a:prstGeom prst="rect">
            <a:avLst/>
          </a:prstGeom>
          <a:solidFill>
            <a:srgbClr val="B7AF9C"/>
          </a:solidFill>
          <a:ln/>
        </p:spPr>
        <p:txBody>
          <a:bodyPr/>
          <a:lstStyle/>
          <a:p>
            <a:endParaRPr lang="ko-KR" altLang="en-US"/>
          </a:p>
        </p:txBody>
      </p:sp>
      <p:sp>
        <p:nvSpPr>
          <p:cNvPr id="20" name="Text 18"/>
          <p:cNvSpPr/>
          <p:nvPr/>
        </p:nvSpPr>
        <p:spPr>
          <a:xfrm>
            <a:off x="5924550" y="4972052"/>
            <a:ext cx="3265140" cy="600075"/>
          </a:xfrm>
          <a:prstGeom prst="rect">
            <a:avLst/>
          </a:prstGeom>
          <a:noFill/>
          <a:ln/>
        </p:spPr>
        <p:txBody>
          <a:bodyPr wrap="square" lIns="25400" tIns="25400" rIns="25400" bIns="25400" rtlCol="0" anchor="t">
            <a:normAutofit/>
          </a:bodyPr>
          <a:lstStyle/>
          <a:p>
            <a:pPr marL="0" indent="0" algn="l">
              <a:buNone/>
            </a:pPr>
            <a:r>
              <a:rPr lang="en-US" sz="2300" dirty="0">
                <a:solidFill>
                  <a:srgbClr val="4A4A4A"/>
                </a:solidFill>
                <a:latin typeface="맑은 고딕" panose="020B0503020000020004" pitchFamily="50" charset="-127"/>
                <a:ea typeface="맑은 고딕" panose="020B0503020000020004" pitchFamily="50" charset="-127"/>
                <a:cs typeface="Black Han Sans" pitchFamily="34" charset="-120"/>
              </a:rPr>
              <a:t>일정·장소가 흩어진다</a:t>
            </a:r>
            <a:endParaRPr lang="en-US" sz="2300" dirty="0">
              <a:latin typeface="맑은 고딕" panose="020B0503020000020004" pitchFamily="50" charset="-127"/>
            </a:endParaRPr>
          </a:p>
        </p:txBody>
      </p:sp>
      <p:sp>
        <p:nvSpPr>
          <p:cNvPr id="21" name="Text 19"/>
          <p:cNvSpPr/>
          <p:nvPr/>
        </p:nvSpPr>
        <p:spPr>
          <a:xfrm>
            <a:off x="5924550" y="6372225"/>
            <a:ext cx="4316730" cy="8382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dirty="0">
                <a:solidFill>
                  <a:srgbClr val="807E78"/>
                </a:solidFill>
                <a:latin typeface="맑은 고딕" panose="020B0503020000020004" pitchFamily="50" charset="-127"/>
                <a:ea typeface="맑은 고딕" panose="020B0503020000020004" pitchFamily="50" charset="-127"/>
                <a:cs typeface="Pretendard" pitchFamily="34" charset="-120"/>
              </a:rPr>
              <a:t>메모앱·지도·캡처에 </a:t>
            </a:r>
            <a:r>
              <a:rPr lang="en-US" sz="2100" dirty="0" err="1">
                <a:solidFill>
                  <a:srgbClr val="807E78"/>
                </a:solidFill>
                <a:latin typeface="맑은 고딕" panose="020B0503020000020004" pitchFamily="50" charset="-127"/>
                <a:ea typeface="맑은 고딕" panose="020B0503020000020004" pitchFamily="50" charset="-127"/>
                <a:cs typeface="Pretendard" pitchFamily="34" charset="-120"/>
              </a:rPr>
              <a:t>따로</a:t>
            </a:r>
            <a:r>
              <a:rPr lang="en-US" sz="2100" dirty="0">
                <a:solidFill>
                  <a:srgbClr val="807E78"/>
                </a:solidFill>
                <a:latin typeface="맑은 고딕" panose="020B0503020000020004" pitchFamily="50" charset="-127"/>
                <a:ea typeface="맑은 고딕" panose="020B0503020000020004" pitchFamily="50" charset="-127"/>
                <a:cs typeface="Pretendard" pitchFamily="34" charset="-120"/>
              </a:rPr>
              <a:t> </a:t>
            </a:r>
            <a:r>
              <a:rPr lang="en-US" sz="2100" dirty="0" err="1">
                <a:solidFill>
                  <a:srgbClr val="807E78"/>
                </a:solidFill>
                <a:latin typeface="맑은 고딕" panose="020B0503020000020004" pitchFamily="50" charset="-127"/>
                <a:ea typeface="맑은 고딕" panose="020B0503020000020004" pitchFamily="50" charset="-127"/>
                <a:cs typeface="Pretendard" pitchFamily="34" charset="-120"/>
              </a:rPr>
              <a:t>저장</a:t>
            </a:r>
            <a:r>
              <a:rPr lang="ko-KR" altLang="en-US" sz="2100" dirty="0">
                <a:solidFill>
                  <a:srgbClr val="807E78"/>
                </a:solidFill>
                <a:latin typeface="맑은 고딕" panose="020B0503020000020004" pitchFamily="50" charset="-127"/>
                <a:ea typeface="맑은 고딕" panose="020B0503020000020004" pitchFamily="50" charset="-127"/>
                <a:cs typeface="Pretendard" pitchFamily="34" charset="-120"/>
              </a:rPr>
              <a:t>돼</a:t>
            </a:r>
            <a:r>
              <a:rPr lang="en-US" sz="2100" dirty="0">
                <a:solidFill>
                  <a:srgbClr val="807E78"/>
                </a:solidFill>
                <a:latin typeface="맑은 고딕" panose="020B0503020000020004" pitchFamily="50" charset="-127"/>
                <a:ea typeface="맑은 고딕" panose="020B0503020000020004" pitchFamily="50" charset="-127"/>
                <a:cs typeface="Pretendard" pitchFamily="34" charset="-120"/>
              </a:rPr>
              <a:t> </a:t>
            </a:r>
          </a:p>
          <a:p>
            <a:pPr marL="0" indent="0" algn="l">
              <a:lnSpc>
                <a:spcPct val="150000"/>
              </a:lnSpc>
              <a:buNone/>
            </a:pPr>
            <a:r>
              <a:rPr lang="en-US" sz="2100" dirty="0" err="1">
                <a:solidFill>
                  <a:srgbClr val="807E78"/>
                </a:solidFill>
                <a:latin typeface="맑은 고딕" panose="020B0503020000020004" pitchFamily="50" charset="-127"/>
                <a:ea typeface="맑은 고딕" panose="020B0503020000020004" pitchFamily="50" charset="-127"/>
                <a:cs typeface="Pretendard" pitchFamily="34" charset="-120"/>
              </a:rPr>
              <a:t>한눈에</a:t>
            </a:r>
            <a:r>
              <a:rPr lang="en-US" sz="2100" dirty="0">
                <a:solidFill>
                  <a:srgbClr val="807E78"/>
                </a:solidFill>
                <a:latin typeface="맑은 고딕" panose="020B0503020000020004" pitchFamily="50" charset="-127"/>
                <a:ea typeface="맑은 고딕" panose="020B0503020000020004" pitchFamily="50" charset="-127"/>
                <a:cs typeface="Pretendard" pitchFamily="34" charset="-120"/>
              </a:rPr>
              <a:t> 보이지 않는다.</a:t>
            </a:r>
            <a:endParaRPr lang="en-US" sz="2100" dirty="0">
              <a:solidFill>
                <a:srgbClr val="807E78"/>
              </a:solidFill>
              <a:latin typeface="맑은 고딕" panose="020B0503020000020004" pitchFamily="50" charset="-127"/>
            </a:endParaRPr>
          </a:p>
        </p:txBody>
      </p:sp>
      <p:sp>
        <p:nvSpPr>
          <p:cNvPr id="22" name="Text 20"/>
          <p:cNvSpPr/>
          <p:nvPr/>
        </p:nvSpPr>
        <p:spPr>
          <a:xfrm>
            <a:off x="10496550" y="4034368"/>
            <a:ext cx="461010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i="1" dirty="0">
                <a:solidFill>
                  <a:srgbClr val="D7D2C4"/>
                </a:solidFill>
                <a:latin typeface="맑은 고딕" panose="020B0503020000020004" pitchFamily="50" charset="-127"/>
                <a:ea typeface="맑은 고딕" panose="020B0503020000020004" pitchFamily="50" charset="-127"/>
                <a:cs typeface="Bitter" pitchFamily="34" charset="-120"/>
              </a:rPr>
              <a:t>03</a:t>
            </a:r>
            <a:endParaRPr lang="en-US" sz="6300" dirty="0">
              <a:latin typeface="맑은 고딕" panose="020B0503020000020004" pitchFamily="50" charset="-127"/>
            </a:endParaRPr>
          </a:p>
        </p:txBody>
      </p:sp>
      <p:sp>
        <p:nvSpPr>
          <p:cNvPr id="23" name="Shape 21"/>
          <p:cNvSpPr/>
          <p:nvPr/>
        </p:nvSpPr>
        <p:spPr>
          <a:xfrm>
            <a:off x="10496550" y="5527146"/>
            <a:ext cx="2007245" cy="19050"/>
          </a:xfrm>
          <a:prstGeom prst="rect">
            <a:avLst/>
          </a:prstGeom>
          <a:solidFill>
            <a:srgbClr val="B7AF9C"/>
          </a:solidFill>
          <a:ln/>
        </p:spPr>
        <p:txBody>
          <a:bodyPr/>
          <a:lstStyle/>
          <a:p>
            <a:endParaRPr lang="ko-KR" altLang="en-US"/>
          </a:p>
        </p:txBody>
      </p:sp>
      <p:sp>
        <p:nvSpPr>
          <p:cNvPr id="24" name="Text 22"/>
          <p:cNvSpPr/>
          <p:nvPr/>
        </p:nvSpPr>
        <p:spPr>
          <a:xfrm>
            <a:off x="10458449" y="5050898"/>
            <a:ext cx="2083445" cy="514350"/>
          </a:xfrm>
          <a:prstGeom prst="rect">
            <a:avLst/>
          </a:prstGeom>
          <a:noFill/>
          <a:ln/>
        </p:spPr>
        <p:txBody>
          <a:bodyPr wrap="square" lIns="25400" tIns="25400" rIns="25400" bIns="25400" rtlCol="0" anchor="t">
            <a:normAutofit fontScale="77500" lnSpcReduction="20000"/>
          </a:bodyPr>
          <a:lstStyle/>
          <a:p>
            <a:pPr marL="0" indent="0" algn="l">
              <a:buNone/>
            </a:pPr>
            <a:r>
              <a:rPr lang="en-US" sz="3000" dirty="0">
                <a:solidFill>
                  <a:srgbClr val="4A4A4A"/>
                </a:solidFill>
                <a:latin typeface="맑은 고딕" panose="020B0503020000020004" pitchFamily="50" charset="-127"/>
                <a:ea typeface="맑은 고딕" panose="020B0503020000020004" pitchFamily="50" charset="-127"/>
                <a:cs typeface="Black Han Sans" pitchFamily="34" charset="-120"/>
              </a:rPr>
              <a:t>정산이 귀찮다</a:t>
            </a:r>
            <a:endParaRPr lang="en-US" sz="3000" dirty="0">
              <a:latin typeface="맑은 고딕" panose="020B0503020000020004" pitchFamily="50" charset="-127"/>
            </a:endParaRPr>
          </a:p>
        </p:txBody>
      </p:sp>
      <p:sp>
        <p:nvSpPr>
          <p:cNvPr id="25" name="Text 23"/>
          <p:cNvSpPr/>
          <p:nvPr/>
        </p:nvSpPr>
        <p:spPr>
          <a:xfrm>
            <a:off x="10496550" y="6374079"/>
            <a:ext cx="4316730" cy="8382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dirty="0">
                <a:solidFill>
                  <a:srgbClr val="807E78"/>
                </a:solidFill>
                <a:latin typeface="맑은 고딕" panose="020B0503020000020004" pitchFamily="50" charset="-127"/>
                <a:ea typeface="맑은 고딕" panose="020B0503020000020004" pitchFamily="50" charset="-127"/>
                <a:cs typeface="Pretendard" pitchFamily="34" charset="-120"/>
              </a:rPr>
              <a:t>누가 얼마 냈는지 계산기를 </a:t>
            </a:r>
            <a:r>
              <a:rPr lang="en-US" sz="2100" dirty="0" err="1">
                <a:solidFill>
                  <a:srgbClr val="807E78"/>
                </a:solidFill>
                <a:latin typeface="맑은 고딕" panose="020B0503020000020004" pitchFamily="50" charset="-127"/>
                <a:ea typeface="맑은 고딕" panose="020B0503020000020004" pitchFamily="50" charset="-127"/>
                <a:cs typeface="Pretendard" pitchFamily="34" charset="-120"/>
              </a:rPr>
              <a:t>두드리며</a:t>
            </a:r>
            <a:r>
              <a:rPr lang="en-US" sz="2100" dirty="0">
                <a:solidFill>
                  <a:srgbClr val="807E78"/>
                </a:solidFill>
                <a:latin typeface="맑은 고딕" panose="020B0503020000020004" pitchFamily="50" charset="-127"/>
                <a:ea typeface="맑은 고딕" panose="020B0503020000020004" pitchFamily="50" charset="-127"/>
                <a:cs typeface="Pretendard" pitchFamily="34" charset="-120"/>
              </a:rPr>
              <a:t> </a:t>
            </a:r>
          </a:p>
          <a:p>
            <a:pPr marL="0" indent="0" algn="l">
              <a:lnSpc>
                <a:spcPct val="150000"/>
              </a:lnSpc>
              <a:buNone/>
            </a:pPr>
            <a:r>
              <a:rPr lang="en-US" sz="2100" dirty="0" err="1">
                <a:solidFill>
                  <a:srgbClr val="807E78"/>
                </a:solidFill>
                <a:latin typeface="맑은 고딕" panose="020B0503020000020004" pitchFamily="50" charset="-127"/>
                <a:ea typeface="맑은 고딕" panose="020B0503020000020004" pitchFamily="50" charset="-127"/>
                <a:cs typeface="Pretendard" pitchFamily="34" charset="-120"/>
              </a:rPr>
              <a:t>엑셀로</a:t>
            </a:r>
            <a:r>
              <a:rPr lang="en-US" sz="2100" dirty="0">
                <a:solidFill>
                  <a:srgbClr val="807E78"/>
                </a:solidFill>
                <a:latin typeface="맑은 고딕" panose="020B0503020000020004" pitchFamily="50" charset="-127"/>
                <a:ea typeface="맑은 고딕" panose="020B0503020000020004" pitchFamily="50" charset="-127"/>
                <a:cs typeface="Pretendard" pitchFamily="34" charset="-120"/>
              </a:rPr>
              <a:t> 정산한다.</a:t>
            </a:r>
            <a:endParaRPr lang="en-US" sz="2100" dirty="0">
              <a:solidFill>
                <a:srgbClr val="807E78"/>
              </a:solidFill>
              <a:latin typeface="맑은 고딕" panose="020B0503020000020004" pitchFamily="50" charset="-127"/>
            </a:endParaRPr>
          </a:p>
        </p:txBody>
      </p:sp>
      <p:sp>
        <p:nvSpPr>
          <p:cNvPr id="27" name="Text 4">
            <a:extLst>
              <a:ext uri="{FF2B5EF4-FFF2-40B4-BE49-F238E27FC236}">
                <a16:creationId xmlns:a16="http://schemas.microsoft.com/office/drawing/2014/main" id="{D9DD9950-D1CF-4A8F-82D9-A05922157D34}"/>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26" name="Text 5">
            <a:extLst>
              <a:ext uri="{FF2B5EF4-FFF2-40B4-BE49-F238E27FC236}">
                <a16:creationId xmlns:a16="http://schemas.microsoft.com/office/drawing/2014/main" id="{20803903-DDC1-47BF-83DC-43FC83E5F520}"/>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8254469"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Who &amp; When</a:t>
            </a:r>
            <a:endParaRPr lang="en-US" sz="2550" dirty="0">
              <a:latin typeface="맑은 고딕" panose="020B0503020000020004" pitchFamily="50" charset="-127"/>
            </a:endParaRPr>
          </a:p>
        </p:txBody>
      </p:sp>
      <p:sp>
        <p:nvSpPr>
          <p:cNvPr id="11" name="Text 9"/>
          <p:cNvSpPr/>
          <p:nvPr/>
        </p:nvSpPr>
        <p:spPr>
          <a:xfrm>
            <a:off x="1352550" y="1762125"/>
            <a:ext cx="8254469"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단톡방으로 여행 짜는 사람들</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05</a:t>
            </a:r>
            <a:endParaRPr lang="en-US" sz="1950" b="1" dirty="0">
              <a:latin typeface="맑은 고딕" panose="020B0503020000020004" pitchFamily="50" charset="-127"/>
            </a:endParaRPr>
          </a:p>
        </p:txBody>
      </p:sp>
      <p:sp>
        <p:nvSpPr>
          <p:cNvPr id="13" name="Text 11"/>
          <p:cNvSpPr/>
          <p:nvPr/>
        </p:nvSpPr>
        <p:spPr>
          <a:xfrm>
            <a:off x="1352550" y="3343276"/>
            <a:ext cx="11634186" cy="11049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3000" dirty="0">
                <a:solidFill>
                  <a:srgbClr val="4A4A4A"/>
                </a:solidFill>
                <a:latin typeface="맑은 고딕" panose="020B0503020000020004" pitchFamily="50" charset="-127"/>
                <a:ea typeface="맑은 고딕" panose="020B0503020000020004" pitchFamily="50" charset="-127"/>
                <a:cs typeface="Pretendard" pitchFamily="34" charset="-120"/>
              </a:rPr>
              <a:t>여행은 가고 싶지만, 계획은 늘 </a:t>
            </a:r>
            <a:r>
              <a:rPr lang="en-US" sz="3000" b="1" dirty="0">
                <a:solidFill>
                  <a:srgbClr val="4A4A4A"/>
                </a:solidFill>
                <a:latin typeface="맑은 고딕" panose="020B0503020000020004" pitchFamily="50" charset="-127"/>
                <a:ea typeface="맑은 고딕" panose="020B0503020000020004" pitchFamily="50" charset="-127"/>
                <a:cs typeface="Pretendard" pitchFamily="34" charset="-120"/>
              </a:rPr>
              <a:t>단톡방에서 멈추는 </a:t>
            </a:r>
            <a:r>
              <a:rPr lang="en-US" sz="3000" dirty="0">
                <a:solidFill>
                  <a:srgbClr val="4A4A4A"/>
                </a:solidFill>
                <a:latin typeface="맑은 고딕" panose="020B0503020000020004" pitchFamily="50" charset="-127"/>
                <a:ea typeface="맑은 고딕" panose="020B0503020000020004" pitchFamily="50" charset="-127"/>
                <a:cs typeface="Pretendard" pitchFamily="34" charset="-120"/>
              </a:rPr>
              <a:t>친구·가족·동아리 모임</a:t>
            </a:r>
            <a:endParaRPr lang="en-US" sz="3000" dirty="0">
              <a:latin typeface="맑은 고딕" panose="020B0503020000020004" pitchFamily="50" charset="-127"/>
            </a:endParaRPr>
          </a:p>
        </p:txBody>
      </p:sp>
      <p:sp>
        <p:nvSpPr>
          <p:cNvPr id="14" name="Shape 12"/>
          <p:cNvSpPr/>
          <p:nvPr/>
        </p:nvSpPr>
        <p:spPr>
          <a:xfrm>
            <a:off x="1352550" y="4695826"/>
            <a:ext cx="1445419" cy="523875"/>
          </a:xfrm>
          <a:prstGeom prst="roundRect">
            <a:avLst>
              <a:gd name="adj" fmla="val 50000"/>
            </a:avLst>
          </a:prstGeom>
          <a:solidFill>
            <a:srgbClr val="8AA6C0"/>
          </a:solidFill>
          <a:ln/>
        </p:spPr>
        <p:txBody>
          <a:bodyPr/>
          <a:lstStyle/>
          <a:p>
            <a:endParaRPr lang="ko-KR" altLang="en-US"/>
          </a:p>
        </p:txBody>
      </p:sp>
      <p:sp>
        <p:nvSpPr>
          <p:cNvPr id="15" name="Text 13"/>
          <p:cNvSpPr/>
          <p:nvPr/>
        </p:nvSpPr>
        <p:spPr>
          <a:xfrm>
            <a:off x="1600200" y="4800601"/>
            <a:ext cx="1026319"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FBF8EF"/>
                </a:solidFill>
                <a:latin typeface="맑은 고딕" panose="020B0503020000020004" pitchFamily="50" charset="-127"/>
                <a:ea typeface="맑은 고딕" panose="020B0503020000020004" pitchFamily="50" charset="-127"/>
                <a:cs typeface="Pretendard" pitchFamily="34" charset="-120"/>
              </a:rPr>
              <a:t>친구 여행</a:t>
            </a:r>
            <a:endParaRPr lang="en-US" sz="2025" dirty="0">
              <a:latin typeface="맑은 고딕" panose="020B0503020000020004" pitchFamily="50" charset="-127"/>
            </a:endParaRPr>
          </a:p>
        </p:txBody>
      </p:sp>
      <p:sp>
        <p:nvSpPr>
          <p:cNvPr id="16" name="Shape 14"/>
          <p:cNvSpPr/>
          <p:nvPr/>
        </p:nvSpPr>
        <p:spPr>
          <a:xfrm>
            <a:off x="2950369" y="4695826"/>
            <a:ext cx="1445419" cy="523875"/>
          </a:xfrm>
          <a:prstGeom prst="roundRect">
            <a:avLst>
              <a:gd name="adj" fmla="val 50000"/>
            </a:avLst>
          </a:prstGeom>
          <a:solidFill>
            <a:srgbClr val="8AA6C0"/>
          </a:solidFill>
          <a:ln/>
        </p:spPr>
        <p:txBody>
          <a:bodyPr/>
          <a:lstStyle/>
          <a:p>
            <a:endParaRPr lang="ko-KR" altLang="en-US"/>
          </a:p>
        </p:txBody>
      </p:sp>
      <p:sp>
        <p:nvSpPr>
          <p:cNvPr id="17" name="Text 15"/>
          <p:cNvSpPr/>
          <p:nvPr/>
        </p:nvSpPr>
        <p:spPr>
          <a:xfrm>
            <a:off x="3198019" y="4800601"/>
            <a:ext cx="1026319"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FBF8EF"/>
                </a:solidFill>
                <a:latin typeface="맑은 고딕" panose="020B0503020000020004" pitchFamily="50" charset="-127"/>
                <a:ea typeface="맑은 고딕" panose="020B0503020000020004" pitchFamily="50" charset="-127"/>
                <a:cs typeface="Pretendard" pitchFamily="34" charset="-120"/>
              </a:rPr>
              <a:t>가족 여행</a:t>
            </a:r>
            <a:endParaRPr lang="en-US" sz="2025" dirty="0">
              <a:latin typeface="맑은 고딕" panose="020B0503020000020004" pitchFamily="50" charset="-127"/>
            </a:endParaRPr>
          </a:p>
        </p:txBody>
      </p:sp>
      <p:sp>
        <p:nvSpPr>
          <p:cNvPr id="18" name="Shape 16"/>
          <p:cNvSpPr/>
          <p:nvPr/>
        </p:nvSpPr>
        <p:spPr>
          <a:xfrm>
            <a:off x="4548188" y="4695826"/>
            <a:ext cx="1610023" cy="523875"/>
          </a:xfrm>
          <a:prstGeom prst="roundRect">
            <a:avLst>
              <a:gd name="adj" fmla="val 50000"/>
            </a:avLst>
          </a:prstGeom>
          <a:solidFill>
            <a:srgbClr val="8AA6C0"/>
          </a:solidFill>
          <a:ln/>
        </p:spPr>
        <p:txBody>
          <a:bodyPr/>
          <a:lstStyle/>
          <a:p>
            <a:endParaRPr lang="ko-KR" altLang="en-US"/>
          </a:p>
        </p:txBody>
      </p:sp>
      <p:sp>
        <p:nvSpPr>
          <p:cNvPr id="19" name="Text 17"/>
          <p:cNvSpPr/>
          <p:nvPr/>
        </p:nvSpPr>
        <p:spPr>
          <a:xfrm>
            <a:off x="4795837" y="4800601"/>
            <a:ext cx="1190923"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FBF8EF"/>
                </a:solidFill>
                <a:latin typeface="맑은 고딕" panose="020B0503020000020004" pitchFamily="50" charset="-127"/>
                <a:ea typeface="맑은 고딕" panose="020B0503020000020004" pitchFamily="50" charset="-127"/>
                <a:cs typeface="Pretendard" pitchFamily="34" charset="-120"/>
              </a:rPr>
              <a:t>동아리 MT</a:t>
            </a:r>
            <a:endParaRPr lang="en-US" sz="2025" dirty="0">
              <a:latin typeface="맑은 고딕" panose="020B0503020000020004" pitchFamily="50" charset="-127"/>
            </a:endParaRPr>
          </a:p>
        </p:txBody>
      </p:sp>
      <p:sp>
        <p:nvSpPr>
          <p:cNvPr id="20" name="Shape 18"/>
          <p:cNvSpPr/>
          <p:nvPr/>
        </p:nvSpPr>
        <p:spPr>
          <a:xfrm>
            <a:off x="6310610" y="4695826"/>
            <a:ext cx="1667768" cy="523875"/>
          </a:xfrm>
          <a:prstGeom prst="roundRect">
            <a:avLst>
              <a:gd name="adj" fmla="val 50000"/>
            </a:avLst>
          </a:prstGeom>
          <a:solidFill>
            <a:srgbClr val="8AA6C0"/>
          </a:solidFill>
          <a:ln/>
        </p:spPr>
        <p:txBody>
          <a:bodyPr/>
          <a:lstStyle/>
          <a:p>
            <a:endParaRPr lang="ko-KR" altLang="en-US"/>
          </a:p>
        </p:txBody>
      </p:sp>
      <p:sp>
        <p:nvSpPr>
          <p:cNvPr id="21" name="Text 19"/>
          <p:cNvSpPr/>
          <p:nvPr/>
        </p:nvSpPr>
        <p:spPr>
          <a:xfrm>
            <a:off x="6558260" y="4800601"/>
            <a:ext cx="1248668"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FBF8EF"/>
                </a:solidFill>
                <a:latin typeface="맑은 고딕" panose="020B0503020000020004" pitchFamily="50" charset="-127"/>
                <a:ea typeface="맑은 고딕" panose="020B0503020000020004" pitchFamily="50" charset="-127"/>
                <a:cs typeface="Pretendard" pitchFamily="34" charset="-120"/>
              </a:rPr>
              <a:t>회사 워크숍</a:t>
            </a:r>
            <a:endParaRPr lang="en-US" sz="2025" dirty="0">
              <a:latin typeface="맑은 고딕" panose="020B0503020000020004" pitchFamily="50" charset="-127"/>
            </a:endParaRPr>
          </a:p>
        </p:txBody>
      </p:sp>
      <p:grpSp>
        <p:nvGrpSpPr>
          <p:cNvPr id="6" name="그룹 5">
            <a:extLst>
              <a:ext uri="{FF2B5EF4-FFF2-40B4-BE49-F238E27FC236}">
                <a16:creationId xmlns:a16="http://schemas.microsoft.com/office/drawing/2014/main" id="{45F5F5F2-89FD-4C77-AE77-E9219AD2E756}"/>
              </a:ext>
            </a:extLst>
          </p:cNvPr>
          <p:cNvGrpSpPr/>
          <p:nvPr/>
        </p:nvGrpSpPr>
        <p:grpSpPr>
          <a:xfrm>
            <a:off x="1503470" y="6519863"/>
            <a:ext cx="14668500" cy="1781175"/>
            <a:chOff x="1352550" y="7267575"/>
            <a:chExt cx="14668500" cy="1781175"/>
          </a:xfrm>
        </p:grpSpPr>
        <p:sp>
          <p:nvSpPr>
            <p:cNvPr id="22" name="Text 20"/>
            <p:cNvSpPr/>
            <p:nvPr/>
          </p:nvSpPr>
          <p:spPr>
            <a:xfrm>
              <a:off x="1352550" y="7267575"/>
              <a:ext cx="14668500" cy="381000"/>
            </a:xfrm>
            <a:prstGeom prst="rect">
              <a:avLst/>
            </a:prstGeom>
            <a:noFill/>
            <a:ln/>
          </p:spPr>
          <p:txBody>
            <a:bodyPr wrap="square" lIns="25400" tIns="25400" rIns="25400" bIns="25400" rtlCol="0" anchor="t">
              <a:normAutofit/>
            </a:bodyPr>
            <a:lstStyle/>
            <a:p>
              <a:pPr marL="0" indent="0" algn="l">
                <a:buNone/>
              </a:pPr>
              <a:r>
                <a:rPr lang="en-US" sz="1800" b="1" kern="0" spc="324" dirty="0" err="1">
                  <a:solidFill>
                    <a:srgbClr val="9A9486"/>
                  </a:solidFill>
                  <a:latin typeface="Microsoft YaHei" panose="020B0503020204020204" pitchFamily="34" charset="-122"/>
                  <a:ea typeface="Microsoft YaHei" panose="020B0503020204020204" pitchFamily="34" charset="-122"/>
                  <a:cs typeface="Space Mono" pitchFamily="34" charset="-120"/>
                </a:rPr>
                <a:t>흩어진</a:t>
              </a:r>
              <a:r>
                <a:rPr lang="en-US" sz="1800" b="1" kern="0" spc="324" dirty="0">
                  <a:solidFill>
                    <a:srgbClr val="9A9486"/>
                  </a:solidFill>
                  <a:latin typeface="Microsoft YaHei" panose="020B0503020204020204" pitchFamily="34" charset="-122"/>
                  <a:ea typeface="Microsoft YaHei" panose="020B0503020204020204" pitchFamily="34" charset="-122"/>
                  <a:cs typeface="Space Mono" pitchFamily="34" charset="-120"/>
                </a:rPr>
                <a:t> </a:t>
              </a:r>
              <a:r>
                <a:rPr lang="ko-KR" altLang="en-US" sz="1800" b="1" kern="0" spc="324" dirty="0">
                  <a:solidFill>
                    <a:srgbClr val="9A9486"/>
                  </a:solidFill>
                  <a:latin typeface="Microsoft YaHei" panose="020B0503020204020204" pitchFamily="34" charset="-122"/>
                  <a:ea typeface="Space Mono" pitchFamily="34" charset="-122"/>
                  <a:cs typeface="Space Mono" pitchFamily="34" charset="-120"/>
                </a:rPr>
                <a:t>정보</a:t>
              </a:r>
              <a:r>
                <a:rPr lang="en-US" sz="1800" b="1" kern="0" spc="324" dirty="0">
                  <a:solidFill>
                    <a:srgbClr val="9A9486"/>
                  </a:solidFill>
                  <a:latin typeface="Microsoft YaHei" panose="020B0503020204020204" pitchFamily="34" charset="-122"/>
                  <a:ea typeface="Microsoft YaHei" panose="020B0503020204020204" pitchFamily="34" charset="-122"/>
                  <a:cs typeface="Space Mono" pitchFamily="34" charset="-120"/>
                </a:rPr>
                <a:t>들</a:t>
              </a:r>
              <a:endParaRPr lang="en-US" sz="1800" b="1" dirty="0">
                <a:latin typeface="맑은 고딕" panose="020B0503020000020004" pitchFamily="50" charset="-127"/>
              </a:endParaRPr>
            </a:p>
          </p:txBody>
        </p:sp>
        <p:sp>
          <p:nvSpPr>
            <p:cNvPr id="23" name="Shape 21"/>
            <p:cNvSpPr/>
            <p:nvPr/>
          </p:nvSpPr>
          <p:spPr>
            <a:xfrm>
              <a:off x="2209800" y="8239125"/>
              <a:ext cx="11430000" cy="19050"/>
            </a:xfrm>
            <a:prstGeom prst="rect">
              <a:avLst/>
            </a:prstGeom>
            <a:solidFill>
              <a:srgbClr val="C7BFA9"/>
            </a:solidFill>
            <a:ln/>
          </p:spPr>
          <p:txBody>
            <a:bodyPr/>
            <a:lstStyle/>
            <a:p>
              <a:endParaRPr lang="ko-KR" altLang="en-US"/>
            </a:p>
          </p:txBody>
        </p:sp>
        <p:pic>
          <p:nvPicPr>
            <p:cNvPr id="24"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700000">
              <a:off x="12036892" y="7969717"/>
              <a:ext cx="538816" cy="538816"/>
            </a:xfrm>
            <a:prstGeom prst="rect">
              <a:avLst/>
            </a:prstGeom>
          </p:spPr>
        </p:pic>
        <p:sp>
          <p:nvSpPr>
            <p:cNvPr id="25" name="Shape 22"/>
            <p:cNvSpPr/>
            <p:nvPr/>
          </p:nvSpPr>
          <p:spPr>
            <a:xfrm rot="-300000">
              <a:off x="1724025" y="7896225"/>
              <a:ext cx="685800" cy="685800"/>
            </a:xfrm>
            <a:prstGeom prst="roundRect">
              <a:avLst>
                <a:gd name="adj" fmla="val 25000"/>
              </a:avLst>
            </a:prstGeom>
            <a:solidFill>
              <a:srgbClr val="ECE9DD"/>
            </a:solidFill>
            <a:ln/>
          </p:spPr>
          <p:txBody>
            <a:bodyPr/>
            <a:lstStyle/>
            <a:p>
              <a:endParaRPr lang="ko-KR" altLang="en-US"/>
            </a:p>
          </p:txBody>
        </p:sp>
        <p:sp>
          <p:nvSpPr>
            <p:cNvPr id="26" name="Text 23"/>
            <p:cNvSpPr/>
            <p:nvPr/>
          </p:nvSpPr>
          <p:spPr>
            <a:xfrm rot="-300000">
              <a:off x="1685925" y="7896225"/>
              <a:ext cx="762000" cy="723900"/>
            </a:xfrm>
            <a:prstGeom prst="rect">
              <a:avLst/>
            </a:prstGeom>
            <a:noFill/>
            <a:ln/>
          </p:spPr>
          <p:txBody>
            <a:bodyPr wrap="square" lIns="25400" tIns="25400" rIns="25400" bIns="25400" rtlCol="0" anchor="ctr">
              <a:normAutofit/>
            </a:bodyPr>
            <a:lstStyle/>
            <a:p>
              <a:pPr marL="0" indent="0" algn="ctr">
                <a:buNone/>
              </a:pPr>
              <a:r>
                <a:rPr lang="en-US" sz="1950" b="1" dirty="0">
                  <a:solidFill>
                    <a:srgbClr val="8C887C"/>
                  </a:solidFill>
                  <a:latin typeface="맑은 고딕" panose="020B0503020000020004" pitchFamily="50" charset="-127"/>
                  <a:ea typeface="맑은 고딕" panose="020B0503020000020004" pitchFamily="50" charset="-127"/>
                  <a:cs typeface="Pretendard" pitchFamily="34" charset="-120"/>
                </a:rPr>
                <a:t>단톡</a:t>
              </a:r>
              <a:endParaRPr lang="en-US" sz="1950" dirty="0">
                <a:latin typeface="맑은 고딕" panose="020B0503020000020004" pitchFamily="50" charset="-127"/>
              </a:endParaRPr>
            </a:p>
          </p:txBody>
        </p:sp>
        <p:sp>
          <p:nvSpPr>
            <p:cNvPr id="27" name="Text 24"/>
            <p:cNvSpPr/>
            <p:nvPr/>
          </p:nvSpPr>
          <p:spPr>
            <a:xfrm>
              <a:off x="1852761" y="8715375"/>
              <a:ext cx="504379"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950" dirty="0">
                  <a:solidFill>
                    <a:srgbClr val="8C887C"/>
                  </a:solidFill>
                  <a:latin typeface="맑은 고딕" panose="020B0503020000020004" pitchFamily="50" charset="-127"/>
                  <a:ea typeface="맑은 고딕" panose="020B0503020000020004" pitchFamily="50" charset="-127"/>
                  <a:cs typeface="Pretendard" pitchFamily="34" charset="-120"/>
                </a:rPr>
                <a:t>의견</a:t>
              </a:r>
              <a:endParaRPr lang="en-US" sz="1950" dirty="0">
                <a:latin typeface="맑은 고딕" panose="020B0503020000020004" pitchFamily="50" charset="-127"/>
              </a:endParaRPr>
            </a:p>
          </p:txBody>
        </p:sp>
        <p:sp>
          <p:nvSpPr>
            <p:cNvPr id="28" name="Shape 25"/>
            <p:cNvSpPr/>
            <p:nvPr/>
          </p:nvSpPr>
          <p:spPr>
            <a:xfrm rot="240000">
              <a:off x="4652963" y="7896225"/>
              <a:ext cx="685800" cy="685800"/>
            </a:xfrm>
            <a:prstGeom prst="roundRect">
              <a:avLst>
                <a:gd name="adj" fmla="val 25000"/>
              </a:avLst>
            </a:prstGeom>
            <a:solidFill>
              <a:srgbClr val="ECE9DD"/>
            </a:solidFill>
            <a:ln/>
          </p:spPr>
          <p:txBody>
            <a:bodyPr/>
            <a:lstStyle/>
            <a:p>
              <a:endParaRPr lang="ko-KR" altLang="en-US"/>
            </a:p>
          </p:txBody>
        </p:sp>
        <p:sp>
          <p:nvSpPr>
            <p:cNvPr id="29" name="Text 26"/>
            <p:cNvSpPr/>
            <p:nvPr/>
          </p:nvSpPr>
          <p:spPr>
            <a:xfrm rot="240000">
              <a:off x="4614863" y="7896225"/>
              <a:ext cx="762000" cy="723900"/>
            </a:xfrm>
            <a:prstGeom prst="rect">
              <a:avLst/>
            </a:prstGeom>
            <a:noFill/>
            <a:ln/>
          </p:spPr>
          <p:txBody>
            <a:bodyPr wrap="square" lIns="25400" tIns="25400" rIns="25400" bIns="25400" rtlCol="0" anchor="ctr">
              <a:normAutofit/>
            </a:bodyPr>
            <a:lstStyle/>
            <a:p>
              <a:pPr marL="0" indent="0" algn="ctr">
                <a:buNone/>
              </a:pPr>
              <a:r>
                <a:rPr lang="en-US" sz="1950" b="1" dirty="0">
                  <a:solidFill>
                    <a:srgbClr val="8C887C"/>
                  </a:solidFill>
                  <a:latin typeface="맑은 고딕" panose="020B0503020000020004" pitchFamily="50" charset="-127"/>
                  <a:ea typeface="맑은 고딕" panose="020B0503020000020004" pitchFamily="50" charset="-127"/>
                  <a:cs typeface="Pretendard" pitchFamily="34" charset="-120"/>
                </a:rPr>
                <a:t>메모</a:t>
              </a:r>
              <a:endParaRPr lang="en-US" sz="1950" dirty="0">
                <a:latin typeface="맑은 고딕" panose="020B0503020000020004" pitchFamily="50" charset="-127"/>
              </a:endParaRPr>
            </a:p>
          </p:txBody>
        </p:sp>
        <p:sp>
          <p:nvSpPr>
            <p:cNvPr id="30" name="Text 27"/>
            <p:cNvSpPr/>
            <p:nvPr/>
          </p:nvSpPr>
          <p:spPr>
            <a:xfrm>
              <a:off x="4781699" y="8715375"/>
              <a:ext cx="504379"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950" dirty="0">
                  <a:solidFill>
                    <a:srgbClr val="8C887C"/>
                  </a:solidFill>
                  <a:latin typeface="맑은 고딕" panose="020B0503020000020004" pitchFamily="50" charset="-127"/>
                  <a:ea typeface="맑은 고딕" panose="020B0503020000020004" pitchFamily="50" charset="-127"/>
                  <a:cs typeface="Pretendard" pitchFamily="34" charset="-120"/>
                </a:rPr>
                <a:t>일정</a:t>
              </a:r>
              <a:endParaRPr lang="en-US" sz="1950" dirty="0">
                <a:latin typeface="맑은 고딕" panose="020B0503020000020004" pitchFamily="50" charset="-127"/>
              </a:endParaRPr>
            </a:p>
          </p:txBody>
        </p:sp>
        <p:sp>
          <p:nvSpPr>
            <p:cNvPr id="31" name="Shape 28"/>
            <p:cNvSpPr/>
            <p:nvPr/>
          </p:nvSpPr>
          <p:spPr>
            <a:xfrm rot="-180000">
              <a:off x="7581900" y="7896225"/>
              <a:ext cx="685800" cy="685800"/>
            </a:xfrm>
            <a:prstGeom prst="roundRect">
              <a:avLst>
                <a:gd name="adj" fmla="val 25000"/>
              </a:avLst>
            </a:prstGeom>
            <a:solidFill>
              <a:srgbClr val="ECE9DD"/>
            </a:solidFill>
            <a:ln/>
          </p:spPr>
          <p:txBody>
            <a:bodyPr/>
            <a:lstStyle/>
            <a:p>
              <a:endParaRPr lang="ko-KR" altLang="en-US"/>
            </a:p>
          </p:txBody>
        </p:sp>
        <p:sp>
          <p:nvSpPr>
            <p:cNvPr id="32" name="Text 29"/>
            <p:cNvSpPr/>
            <p:nvPr/>
          </p:nvSpPr>
          <p:spPr>
            <a:xfrm rot="-180000">
              <a:off x="7543800" y="7896225"/>
              <a:ext cx="762000" cy="723900"/>
            </a:xfrm>
            <a:prstGeom prst="rect">
              <a:avLst/>
            </a:prstGeom>
            <a:noFill/>
            <a:ln/>
          </p:spPr>
          <p:txBody>
            <a:bodyPr wrap="square" lIns="25400" tIns="25400" rIns="25400" bIns="25400" rtlCol="0" anchor="ctr">
              <a:normAutofit/>
            </a:bodyPr>
            <a:lstStyle/>
            <a:p>
              <a:pPr marL="0" indent="0" algn="ctr">
                <a:buNone/>
              </a:pPr>
              <a:r>
                <a:rPr lang="en-US" sz="1950" b="1" dirty="0">
                  <a:solidFill>
                    <a:srgbClr val="8C887C"/>
                  </a:solidFill>
                  <a:latin typeface="맑은 고딕" panose="020B0503020000020004" pitchFamily="50" charset="-127"/>
                  <a:ea typeface="맑은 고딕" panose="020B0503020000020004" pitchFamily="50" charset="-127"/>
                  <a:cs typeface="Pretendard" pitchFamily="34" charset="-120"/>
                </a:rPr>
                <a:t>지도</a:t>
              </a:r>
              <a:endParaRPr lang="en-US" sz="1950" dirty="0">
                <a:latin typeface="맑은 고딕" panose="020B0503020000020004" pitchFamily="50" charset="-127"/>
              </a:endParaRPr>
            </a:p>
          </p:txBody>
        </p:sp>
        <p:sp>
          <p:nvSpPr>
            <p:cNvPr id="33" name="Text 30"/>
            <p:cNvSpPr/>
            <p:nvPr/>
          </p:nvSpPr>
          <p:spPr>
            <a:xfrm>
              <a:off x="7710636" y="8715375"/>
              <a:ext cx="504379"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950" dirty="0">
                  <a:solidFill>
                    <a:srgbClr val="8C887C"/>
                  </a:solidFill>
                  <a:latin typeface="맑은 고딕" panose="020B0503020000020004" pitchFamily="50" charset="-127"/>
                  <a:ea typeface="맑은 고딕" panose="020B0503020000020004" pitchFamily="50" charset="-127"/>
                  <a:cs typeface="Pretendard" pitchFamily="34" charset="-120"/>
                </a:rPr>
                <a:t>장소</a:t>
              </a:r>
              <a:endParaRPr lang="en-US" sz="1950" dirty="0">
                <a:latin typeface="맑은 고딕" panose="020B0503020000020004" pitchFamily="50" charset="-127"/>
              </a:endParaRPr>
            </a:p>
          </p:txBody>
        </p:sp>
        <p:sp>
          <p:nvSpPr>
            <p:cNvPr id="34" name="Shape 31"/>
            <p:cNvSpPr/>
            <p:nvPr/>
          </p:nvSpPr>
          <p:spPr>
            <a:xfrm rot="359998">
              <a:off x="10510837" y="7896225"/>
              <a:ext cx="685800" cy="685800"/>
            </a:xfrm>
            <a:prstGeom prst="roundRect">
              <a:avLst>
                <a:gd name="adj" fmla="val 25000"/>
              </a:avLst>
            </a:prstGeom>
            <a:solidFill>
              <a:srgbClr val="ECE9DD"/>
            </a:solidFill>
            <a:ln/>
          </p:spPr>
          <p:txBody>
            <a:bodyPr/>
            <a:lstStyle/>
            <a:p>
              <a:endParaRPr lang="ko-KR" altLang="en-US"/>
            </a:p>
          </p:txBody>
        </p:sp>
        <p:sp>
          <p:nvSpPr>
            <p:cNvPr id="35" name="Text 32"/>
            <p:cNvSpPr/>
            <p:nvPr/>
          </p:nvSpPr>
          <p:spPr>
            <a:xfrm rot="359998">
              <a:off x="10472737" y="7896225"/>
              <a:ext cx="762000" cy="723900"/>
            </a:xfrm>
            <a:prstGeom prst="rect">
              <a:avLst/>
            </a:prstGeom>
            <a:noFill/>
            <a:ln/>
          </p:spPr>
          <p:txBody>
            <a:bodyPr wrap="square" lIns="25400" tIns="25400" rIns="25400" bIns="25400" rtlCol="0" anchor="ctr">
              <a:normAutofit/>
            </a:bodyPr>
            <a:lstStyle/>
            <a:p>
              <a:pPr marL="0" indent="0" algn="ctr">
                <a:buNone/>
              </a:pPr>
              <a:r>
                <a:rPr lang="en-US" sz="1950" b="1" dirty="0">
                  <a:solidFill>
                    <a:srgbClr val="8C887C"/>
                  </a:solidFill>
                  <a:latin typeface="맑은 고딕" panose="020B0503020000020004" pitchFamily="50" charset="-127"/>
                  <a:ea typeface="맑은 고딕" panose="020B0503020000020004" pitchFamily="50" charset="-127"/>
                  <a:cs typeface="Pretendard" pitchFamily="34" charset="-120"/>
                </a:rPr>
                <a:t>엑셀</a:t>
              </a:r>
              <a:endParaRPr lang="en-US" sz="1950" dirty="0">
                <a:latin typeface="맑은 고딕" panose="020B0503020000020004" pitchFamily="50" charset="-127"/>
              </a:endParaRPr>
            </a:p>
          </p:txBody>
        </p:sp>
        <p:sp>
          <p:nvSpPr>
            <p:cNvPr id="36" name="Text 33"/>
            <p:cNvSpPr/>
            <p:nvPr/>
          </p:nvSpPr>
          <p:spPr>
            <a:xfrm>
              <a:off x="10639574" y="8715375"/>
              <a:ext cx="504379"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950" dirty="0">
                  <a:solidFill>
                    <a:srgbClr val="8C887C"/>
                  </a:solidFill>
                  <a:latin typeface="맑은 고딕" panose="020B0503020000020004" pitchFamily="50" charset="-127"/>
                  <a:ea typeface="맑은 고딕" panose="020B0503020000020004" pitchFamily="50" charset="-127"/>
                  <a:cs typeface="Pretendard" pitchFamily="34" charset="-120"/>
                </a:rPr>
                <a:t>정산</a:t>
              </a:r>
              <a:endParaRPr lang="en-US" sz="1950" dirty="0">
                <a:latin typeface="맑은 고딕" panose="020B0503020000020004" pitchFamily="50" charset="-127"/>
              </a:endParaRPr>
            </a:p>
          </p:txBody>
        </p:sp>
        <p:sp>
          <p:nvSpPr>
            <p:cNvPr id="37" name="Shape 34"/>
            <p:cNvSpPr/>
            <p:nvPr/>
          </p:nvSpPr>
          <p:spPr>
            <a:xfrm>
              <a:off x="13535025" y="7896225"/>
              <a:ext cx="685800" cy="685800"/>
            </a:xfrm>
            <a:prstGeom prst="roundRect">
              <a:avLst>
                <a:gd name="adj" fmla="val 25000"/>
              </a:avLst>
            </a:prstGeom>
            <a:solidFill>
              <a:srgbClr val="8AA6C0"/>
            </a:solidFill>
            <a:ln/>
          </p:spPr>
          <p:txBody>
            <a:bodyPr/>
            <a:lstStyle/>
            <a:p>
              <a:endParaRPr lang="ko-KR" altLang="en-US"/>
            </a:p>
          </p:txBody>
        </p:sp>
        <p:pic>
          <p:nvPicPr>
            <p:cNvPr id="38"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700000">
              <a:off x="13621987" y="7983188"/>
              <a:ext cx="511876" cy="511875"/>
            </a:xfrm>
            <a:prstGeom prst="rect">
              <a:avLst/>
            </a:prstGeom>
          </p:spPr>
        </p:pic>
        <p:sp>
          <p:nvSpPr>
            <p:cNvPr id="39" name="Text 35"/>
            <p:cNvSpPr/>
            <p:nvPr/>
          </p:nvSpPr>
          <p:spPr>
            <a:xfrm>
              <a:off x="13392894" y="8715375"/>
              <a:ext cx="1046262" cy="333375"/>
            </a:xfrm>
            <a:prstGeom prst="rect">
              <a:avLst/>
            </a:prstGeom>
            <a:noFill/>
            <a:ln/>
          </p:spPr>
          <p:txBody>
            <a:bodyPr wrap="square" lIns="25400" tIns="25400" rIns="25400" bIns="25400" rtlCol="0" anchor="t">
              <a:normAutofit fontScale="92500"/>
            </a:bodyPr>
            <a:lstStyle/>
            <a:p>
              <a:pPr marL="0" indent="0" algn="l">
                <a:buNone/>
              </a:pPr>
              <a:r>
                <a:rPr 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Groutrip</a:t>
              </a:r>
              <a:endParaRPr lang="en-US" sz="1950" dirty="0">
                <a:latin typeface="맑은 고딕" panose="020B0503020000020004" pitchFamily="50" charset="-127"/>
              </a:endParaRPr>
            </a:p>
          </p:txBody>
        </p:sp>
      </p:grpSp>
      <p:sp>
        <p:nvSpPr>
          <p:cNvPr id="40" name="Text 4">
            <a:extLst>
              <a:ext uri="{FF2B5EF4-FFF2-40B4-BE49-F238E27FC236}">
                <a16:creationId xmlns:a16="http://schemas.microsoft.com/office/drawing/2014/main" id="{646D159C-CFFB-44D7-B8C2-F10225F9D19E}"/>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41" name="Text 5">
            <a:extLst>
              <a:ext uri="{FF2B5EF4-FFF2-40B4-BE49-F238E27FC236}">
                <a16:creationId xmlns:a16="http://schemas.microsoft.com/office/drawing/2014/main" id="{CE20C7F3-F33D-4A58-8A0A-859BE483192D}"/>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dirty="0"/>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4828163"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Why Groutrip</a:t>
            </a:r>
            <a:endParaRPr lang="en-US" sz="2550" dirty="0">
              <a:latin typeface="맑은 고딕" panose="020B0503020000020004" pitchFamily="50" charset="-127"/>
            </a:endParaRPr>
          </a:p>
        </p:txBody>
      </p:sp>
      <p:sp>
        <p:nvSpPr>
          <p:cNvPr id="11" name="Text 9"/>
          <p:cNvSpPr/>
          <p:nvPr/>
        </p:nvSpPr>
        <p:spPr>
          <a:xfrm>
            <a:off x="1352550" y="1762125"/>
            <a:ext cx="4828163"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다섯 가지 차별점</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06</a:t>
            </a:r>
            <a:endParaRPr lang="en-US" sz="1950" b="1" dirty="0">
              <a:latin typeface="맑은 고딕" panose="020B0503020000020004" pitchFamily="50" charset="-127"/>
            </a:endParaRPr>
          </a:p>
        </p:txBody>
      </p:sp>
      <p:sp>
        <p:nvSpPr>
          <p:cNvPr id="13" name="Text 11"/>
          <p:cNvSpPr/>
          <p:nvPr/>
        </p:nvSpPr>
        <p:spPr>
          <a:xfrm>
            <a:off x="1352550" y="4402931"/>
            <a:ext cx="5582379" cy="333375"/>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 </a:t>
            </a:r>
            <a:r>
              <a:rPr lang="ko-KR" alt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다</a:t>
            </a:r>
            <a:r>
              <a:rPr lang="en-US" sz="1950" b="1" dirty="0" err="1">
                <a:solidFill>
                  <a:srgbClr val="7E97B3"/>
                </a:solidFill>
                <a:latin typeface="맑은 고딕" panose="020B0503020000020004" pitchFamily="50" charset="-127"/>
                <a:ea typeface="맑은 고딕" panose="020B0503020000020004" pitchFamily="50" charset="-127"/>
                <a:cs typeface="Pretendard" pitchFamily="34" charset="-120"/>
              </a:rPr>
              <a:t>함께</a:t>
            </a:r>
            <a:r>
              <a:rPr 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 </a:t>
            </a:r>
            <a:r>
              <a:rPr lang="ko-KR" alt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의사</a:t>
            </a:r>
            <a:r>
              <a:rPr lang="en-US" sz="1950" b="1" dirty="0" err="1">
                <a:solidFill>
                  <a:srgbClr val="7E97B3"/>
                </a:solidFill>
                <a:latin typeface="맑은 고딕" panose="020B0503020000020004" pitchFamily="50" charset="-127"/>
                <a:ea typeface="맑은 고딕" panose="020B0503020000020004" pitchFamily="50" charset="-127"/>
                <a:cs typeface="Pretendard" pitchFamily="34" charset="-120"/>
              </a:rPr>
              <a:t>결정</a:t>
            </a:r>
            <a:endParaRPr lang="en-US" sz="1950" dirty="0">
              <a:latin typeface="맑은 고딕" panose="020B0503020000020004" pitchFamily="50" charset="-127"/>
            </a:endParaRPr>
          </a:p>
        </p:txBody>
      </p:sp>
      <p:sp>
        <p:nvSpPr>
          <p:cNvPr id="14" name="Shape 12"/>
          <p:cNvSpPr/>
          <p:nvPr/>
        </p:nvSpPr>
        <p:spPr>
          <a:xfrm>
            <a:off x="1352550" y="4869656"/>
            <a:ext cx="2442121" cy="2357438"/>
          </a:xfrm>
          <a:prstGeom prst="roundRect">
            <a:avLst>
              <a:gd name="adj" fmla="val 8081"/>
            </a:avLst>
          </a:prstGeom>
          <a:solidFill>
            <a:srgbClr val="ECE9DD"/>
          </a:solidFill>
          <a:ln/>
        </p:spPr>
        <p:txBody>
          <a:bodyPr/>
          <a:lstStyle/>
          <a:p>
            <a:endParaRPr lang="ko-KR" altLang="en-US"/>
          </a:p>
        </p:txBody>
      </p:sp>
      <p:sp>
        <p:nvSpPr>
          <p:cNvPr id="15" name="Shape 13"/>
          <p:cNvSpPr/>
          <p:nvPr/>
        </p:nvSpPr>
        <p:spPr>
          <a:xfrm>
            <a:off x="1600200" y="5117306"/>
            <a:ext cx="864543" cy="419100"/>
          </a:xfrm>
          <a:prstGeom prst="roundRect">
            <a:avLst>
              <a:gd name="adj" fmla="val 50000"/>
            </a:avLst>
          </a:prstGeom>
          <a:solidFill>
            <a:srgbClr val="8AA6C0"/>
          </a:solidFill>
          <a:ln/>
        </p:spPr>
        <p:txBody>
          <a:bodyPr/>
          <a:lstStyle/>
          <a:p>
            <a:endParaRPr lang="ko-KR" altLang="en-US"/>
          </a:p>
        </p:txBody>
      </p:sp>
      <p:sp>
        <p:nvSpPr>
          <p:cNvPr id="16" name="Text 14"/>
          <p:cNvSpPr/>
          <p:nvPr/>
        </p:nvSpPr>
        <p:spPr>
          <a:xfrm>
            <a:off x="1723993" y="5172583"/>
            <a:ext cx="676476" cy="381000"/>
          </a:xfrm>
          <a:prstGeom prst="rect">
            <a:avLst/>
          </a:prstGeom>
          <a:noFill/>
          <a:ln/>
        </p:spPr>
        <p:txBody>
          <a:bodyPr wrap="square" lIns="25400" tIns="25400" rIns="25400" bIns="25400" rtlCol="0" anchor="t">
            <a:normAutofit/>
          </a:bodyPr>
          <a:lstStyle/>
          <a:p>
            <a:pPr marL="0" indent="0" algn="l">
              <a:buNone/>
            </a:pPr>
            <a:r>
              <a:rPr lang="en-US" sz="1700" b="1" dirty="0">
                <a:solidFill>
                  <a:srgbClr val="FBF8EF"/>
                </a:solidFill>
                <a:latin typeface="Microsoft YaHei" panose="020B0503020204020204" pitchFamily="34" charset="-122"/>
                <a:ea typeface="Microsoft YaHei" panose="020B0503020204020204" pitchFamily="34" charset="-122"/>
                <a:cs typeface="Space Mono" pitchFamily="34" charset="-120"/>
              </a:rPr>
              <a:t>VOTE</a:t>
            </a:r>
            <a:endParaRPr lang="en-US" sz="1700" dirty="0">
              <a:latin typeface="맑은 고딕" panose="020B0503020000020004" pitchFamily="50" charset="-127"/>
            </a:endParaRPr>
          </a:p>
        </p:txBody>
      </p:sp>
      <p:sp>
        <p:nvSpPr>
          <p:cNvPr id="17" name="Text 15"/>
          <p:cNvSpPr/>
          <p:nvPr/>
        </p:nvSpPr>
        <p:spPr>
          <a:xfrm>
            <a:off x="1683069" y="5745956"/>
            <a:ext cx="1859190" cy="447675"/>
          </a:xfrm>
          <a:prstGeom prst="rect">
            <a:avLst/>
          </a:prstGeom>
          <a:noFill/>
          <a:ln/>
        </p:spPr>
        <p:txBody>
          <a:bodyPr wrap="square" lIns="25400" tIns="25400" rIns="25400" bIns="25400" rtlCol="0" anchor="t">
            <a:normAutofit/>
          </a:bodyPr>
          <a:lstStyle/>
          <a:p>
            <a:pPr marL="0" indent="0" algn="l">
              <a:buNone/>
            </a:pPr>
            <a:r>
              <a:rPr lang="en-US" sz="2200" b="1" dirty="0">
                <a:solidFill>
                  <a:srgbClr val="4A4A4A"/>
                </a:solidFill>
                <a:latin typeface="맑은 고딕" panose="020B0503020000020004" pitchFamily="50" charset="-127"/>
                <a:ea typeface="맑은 고딕" panose="020B0503020000020004" pitchFamily="50" charset="-127"/>
                <a:cs typeface="Black Han Sans" pitchFamily="34" charset="-120"/>
              </a:rPr>
              <a:t>그룹 의사결정</a:t>
            </a:r>
            <a:endParaRPr lang="en-US" sz="2200" b="1" dirty="0">
              <a:latin typeface="맑은 고딕" panose="020B0503020000020004" pitchFamily="50" charset="-127"/>
            </a:endParaRPr>
          </a:p>
        </p:txBody>
      </p:sp>
      <p:sp>
        <p:nvSpPr>
          <p:cNvPr id="18" name="Text 16"/>
          <p:cNvSpPr/>
          <p:nvPr/>
        </p:nvSpPr>
        <p:spPr>
          <a:xfrm>
            <a:off x="1600200" y="6250781"/>
            <a:ext cx="2023021" cy="728663"/>
          </a:xfrm>
          <a:prstGeom prst="rect">
            <a:avLst/>
          </a:prstGeom>
          <a:noFill/>
          <a:ln/>
        </p:spPr>
        <p:txBody>
          <a:bodyPr wrap="square" lIns="25400" tIns="25400" rIns="25400" bIns="25400" rtlCol="0" anchor="t">
            <a:normAutofit fontScale="92500" lnSpcReduction="10000"/>
          </a:bodyPr>
          <a:lstStyle/>
          <a:p>
            <a:pPr marL="0" indent="0" algn="ctr">
              <a:lnSpc>
                <a:spcPct val="145000"/>
              </a:lnSpc>
              <a:buNone/>
            </a:pP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후보를 올리고 점수로 함께 결정</a:t>
            </a:r>
            <a:endParaRPr lang="en-US" sz="1875" dirty="0">
              <a:latin typeface="맑은 고딕" panose="020B0503020000020004" pitchFamily="50" charset="-127"/>
            </a:endParaRPr>
          </a:p>
        </p:txBody>
      </p:sp>
      <p:sp>
        <p:nvSpPr>
          <p:cNvPr id="19" name="Shape 17"/>
          <p:cNvSpPr/>
          <p:nvPr/>
        </p:nvSpPr>
        <p:spPr>
          <a:xfrm>
            <a:off x="3985171" y="4869656"/>
            <a:ext cx="2442270" cy="2357438"/>
          </a:xfrm>
          <a:prstGeom prst="roundRect">
            <a:avLst>
              <a:gd name="adj" fmla="val 8081"/>
            </a:avLst>
          </a:prstGeom>
          <a:solidFill>
            <a:srgbClr val="ECE9DD"/>
          </a:solidFill>
          <a:ln/>
        </p:spPr>
        <p:txBody>
          <a:bodyPr/>
          <a:lstStyle/>
          <a:p>
            <a:endParaRPr lang="ko-KR" altLang="en-US"/>
          </a:p>
        </p:txBody>
      </p:sp>
      <p:sp>
        <p:nvSpPr>
          <p:cNvPr id="20" name="Shape 18"/>
          <p:cNvSpPr/>
          <p:nvPr/>
        </p:nvSpPr>
        <p:spPr>
          <a:xfrm>
            <a:off x="4232821" y="5117306"/>
            <a:ext cx="788343" cy="419100"/>
          </a:xfrm>
          <a:prstGeom prst="roundRect">
            <a:avLst>
              <a:gd name="adj" fmla="val 50000"/>
            </a:avLst>
          </a:prstGeom>
          <a:solidFill>
            <a:srgbClr val="8AA6C0"/>
          </a:solidFill>
          <a:ln/>
        </p:spPr>
        <p:txBody>
          <a:bodyPr/>
          <a:lstStyle/>
          <a:p>
            <a:endParaRPr lang="ko-KR" altLang="en-US"/>
          </a:p>
        </p:txBody>
      </p:sp>
      <p:sp>
        <p:nvSpPr>
          <p:cNvPr id="21" name="Text 19"/>
          <p:cNvSpPr/>
          <p:nvPr/>
        </p:nvSpPr>
        <p:spPr>
          <a:xfrm>
            <a:off x="4373160" y="5172583"/>
            <a:ext cx="676476" cy="381000"/>
          </a:xfrm>
          <a:prstGeom prst="rect">
            <a:avLst/>
          </a:prstGeom>
          <a:noFill/>
          <a:ln/>
        </p:spPr>
        <p:txBody>
          <a:bodyPr wrap="square" lIns="25400" tIns="25400" rIns="25400" bIns="25400" rtlCol="0" anchor="t">
            <a:normAutofit/>
          </a:bodyPr>
          <a:lstStyle/>
          <a:p>
            <a:pPr marL="0" indent="0" algn="l">
              <a:buNone/>
            </a:pPr>
            <a:r>
              <a:rPr lang="en-US" sz="1700" b="1" dirty="0">
                <a:solidFill>
                  <a:srgbClr val="FBF8EF"/>
                </a:solidFill>
                <a:latin typeface="Microsoft YaHei" panose="020B0503020204020204" pitchFamily="34" charset="-122"/>
                <a:ea typeface="Microsoft YaHei" panose="020B0503020204020204" pitchFamily="34" charset="-122"/>
                <a:cs typeface="Space Mono" pitchFamily="34" charset="-120"/>
              </a:rPr>
              <a:t>LIVE</a:t>
            </a:r>
            <a:endParaRPr lang="en-US" sz="1700" dirty="0">
              <a:latin typeface="맑은 고딕" panose="020B0503020000020004" pitchFamily="50" charset="-127"/>
            </a:endParaRPr>
          </a:p>
        </p:txBody>
      </p:sp>
      <p:sp>
        <p:nvSpPr>
          <p:cNvPr id="22" name="Text 20"/>
          <p:cNvSpPr/>
          <p:nvPr/>
        </p:nvSpPr>
        <p:spPr>
          <a:xfrm>
            <a:off x="4420065" y="5736431"/>
            <a:ext cx="1708844" cy="447675"/>
          </a:xfrm>
          <a:prstGeom prst="rect">
            <a:avLst/>
          </a:prstGeom>
          <a:noFill/>
          <a:ln/>
        </p:spPr>
        <p:txBody>
          <a:bodyPr wrap="square" lIns="25400" tIns="25400" rIns="25400" bIns="25400" rtlCol="0" anchor="t">
            <a:normAutofit/>
          </a:bodyPr>
          <a:lstStyle/>
          <a:p>
            <a:pPr marL="0" indent="0" algn="l">
              <a:buNone/>
            </a:pPr>
            <a:r>
              <a:rPr lang="en-US" sz="2200" b="1" dirty="0">
                <a:solidFill>
                  <a:srgbClr val="4A4A4A"/>
                </a:solidFill>
                <a:latin typeface="맑은 고딕" panose="020B0503020000020004" pitchFamily="50" charset="-127"/>
                <a:ea typeface="맑은 고딕" panose="020B0503020000020004" pitchFamily="50" charset="-127"/>
                <a:cs typeface="Black Han Sans" pitchFamily="34" charset="-120"/>
              </a:rPr>
              <a:t>실시간 반영</a:t>
            </a:r>
            <a:endParaRPr lang="en-US" sz="2200" b="1" dirty="0">
              <a:latin typeface="맑은 고딕" panose="020B0503020000020004" pitchFamily="50" charset="-127"/>
            </a:endParaRPr>
          </a:p>
        </p:txBody>
      </p:sp>
      <p:sp>
        <p:nvSpPr>
          <p:cNvPr id="23" name="Text 21"/>
          <p:cNvSpPr/>
          <p:nvPr/>
        </p:nvSpPr>
        <p:spPr>
          <a:xfrm>
            <a:off x="4135473" y="6250781"/>
            <a:ext cx="2141666" cy="728663"/>
          </a:xfrm>
          <a:prstGeom prst="rect">
            <a:avLst/>
          </a:prstGeom>
          <a:noFill/>
          <a:ln/>
        </p:spPr>
        <p:txBody>
          <a:bodyPr wrap="square" lIns="25400" tIns="25400" rIns="25400" bIns="25400" rtlCol="0" anchor="t">
            <a:normAutofit fontScale="92500" lnSpcReduction="10000"/>
          </a:bodyPr>
          <a:lstStyle/>
          <a:p>
            <a:pPr marL="0" indent="0" algn="ctr">
              <a:lnSpc>
                <a:spcPct val="145000"/>
              </a:lnSpc>
              <a:buNone/>
            </a:pP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SSE로 변경 </a:t>
            </a:r>
            <a:r>
              <a:rPr lang="en-US" sz="1875" dirty="0" err="1">
                <a:solidFill>
                  <a:srgbClr val="8C887C"/>
                </a:solidFill>
                <a:latin typeface="맑은 고딕" panose="020B0503020000020004" pitchFamily="50" charset="-127"/>
                <a:ea typeface="맑은 고딕" panose="020B0503020000020004" pitchFamily="50" charset="-127"/>
                <a:cs typeface="Pretendard" pitchFamily="34" charset="-120"/>
              </a:rPr>
              <a:t>즉시</a:t>
            </a: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 </a:t>
            </a:r>
          </a:p>
          <a:p>
            <a:pPr marL="0" indent="0" algn="ctr">
              <a:lnSpc>
                <a:spcPct val="145000"/>
              </a:lnSpc>
              <a:buNone/>
            </a:pPr>
            <a:r>
              <a:rPr lang="en-US" sz="1875" dirty="0" err="1">
                <a:solidFill>
                  <a:srgbClr val="8C887C"/>
                </a:solidFill>
                <a:latin typeface="맑은 고딕" panose="020B0503020000020004" pitchFamily="50" charset="-127"/>
                <a:ea typeface="맑은 고딕" panose="020B0503020000020004" pitchFamily="50" charset="-127"/>
                <a:cs typeface="Pretendard" pitchFamily="34" charset="-120"/>
              </a:rPr>
              <a:t>동기화</a:t>
            </a:r>
            <a:endParaRPr lang="en-US" sz="1875" dirty="0">
              <a:latin typeface="맑은 고딕" panose="020B0503020000020004" pitchFamily="50" charset="-127"/>
            </a:endParaRPr>
          </a:p>
        </p:txBody>
      </p:sp>
      <p:sp>
        <p:nvSpPr>
          <p:cNvPr id="24" name="Text 22"/>
          <p:cNvSpPr/>
          <p:nvPr/>
        </p:nvSpPr>
        <p:spPr>
          <a:xfrm>
            <a:off x="6751290" y="4402931"/>
            <a:ext cx="2791271" cy="333375"/>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 </a:t>
            </a:r>
            <a:r>
              <a:rPr lang="en-US" sz="1950" b="1" dirty="0" err="1">
                <a:solidFill>
                  <a:srgbClr val="7E97B3"/>
                </a:solidFill>
                <a:latin typeface="맑은 고딕" panose="020B0503020000020004" pitchFamily="50" charset="-127"/>
                <a:ea typeface="맑은 고딕" panose="020B0503020000020004" pitchFamily="50" charset="-127"/>
                <a:cs typeface="Pretendard" pitchFamily="34" charset="-120"/>
              </a:rPr>
              <a:t>취향</a:t>
            </a:r>
            <a:r>
              <a:rPr lang="ko-KR" alt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도 고려해요</a:t>
            </a:r>
            <a:endParaRPr lang="en-US" sz="1950" dirty="0">
              <a:latin typeface="맑은 고딕" panose="020B0503020000020004" pitchFamily="50" charset="-127"/>
            </a:endParaRPr>
          </a:p>
        </p:txBody>
      </p:sp>
      <p:sp>
        <p:nvSpPr>
          <p:cNvPr id="25" name="Shape 23"/>
          <p:cNvSpPr/>
          <p:nvPr/>
        </p:nvSpPr>
        <p:spPr>
          <a:xfrm>
            <a:off x="6751290" y="4869656"/>
            <a:ext cx="2537520" cy="2405063"/>
          </a:xfrm>
          <a:prstGeom prst="roundRect">
            <a:avLst>
              <a:gd name="adj" fmla="val 7921"/>
            </a:avLst>
          </a:prstGeom>
          <a:solidFill>
            <a:srgbClr val="ECE9DD"/>
          </a:solidFill>
          <a:ln/>
        </p:spPr>
        <p:txBody>
          <a:bodyPr/>
          <a:lstStyle/>
          <a:p>
            <a:endParaRPr lang="ko-KR" altLang="en-US"/>
          </a:p>
        </p:txBody>
      </p:sp>
      <p:sp>
        <p:nvSpPr>
          <p:cNvPr id="26" name="Shape 24"/>
          <p:cNvSpPr/>
          <p:nvPr/>
        </p:nvSpPr>
        <p:spPr>
          <a:xfrm>
            <a:off x="6998940" y="5117306"/>
            <a:ext cx="1284238" cy="435769"/>
          </a:xfrm>
          <a:prstGeom prst="roundRect">
            <a:avLst>
              <a:gd name="adj" fmla="val 50000"/>
            </a:avLst>
          </a:prstGeom>
          <a:solidFill>
            <a:srgbClr val="8AA6C0"/>
          </a:solidFill>
          <a:ln/>
        </p:spPr>
        <p:txBody>
          <a:bodyPr/>
          <a:lstStyle/>
          <a:p>
            <a:endParaRPr lang="ko-KR" altLang="en-US"/>
          </a:p>
        </p:txBody>
      </p:sp>
      <p:sp>
        <p:nvSpPr>
          <p:cNvPr id="27" name="Text 25"/>
          <p:cNvSpPr/>
          <p:nvPr/>
        </p:nvSpPr>
        <p:spPr>
          <a:xfrm>
            <a:off x="7083731" y="5182108"/>
            <a:ext cx="1237384" cy="361950"/>
          </a:xfrm>
          <a:prstGeom prst="rect">
            <a:avLst/>
          </a:prstGeom>
          <a:noFill/>
          <a:ln/>
        </p:spPr>
        <p:txBody>
          <a:bodyPr wrap="square" lIns="25400" tIns="25400" rIns="25400" bIns="25400" rtlCol="0" anchor="t">
            <a:normAutofit/>
          </a:bodyPr>
          <a:lstStyle/>
          <a:p>
            <a:pPr marL="0" indent="0" algn="l">
              <a:buNone/>
            </a:pPr>
            <a:r>
              <a:rPr lang="en-US" sz="1700" b="1" dirty="0">
                <a:solidFill>
                  <a:srgbClr val="FBF8EF"/>
                </a:solidFill>
                <a:latin typeface="Microsoft YaHei" panose="020B0503020204020204" pitchFamily="34" charset="-122"/>
                <a:ea typeface="Microsoft YaHei" panose="020B0503020204020204" pitchFamily="34" charset="-122"/>
                <a:cs typeface="Space Mono" pitchFamily="34" charset="-120"/>
              </a:rPr>
              <a:t>PERSONA</a:t>
            </a:r>
            <a:endParaRPr lang="en-US" sz="1700" dirty="0">
              <a:latin typeface="맑은 고딕" panose="020B0503020000020004" pitchFamily="50" charset="-127"/>
            </a:endParaRPr>
          </a:p>
        </p:txBody>
      </p:sp>
      <p:sp>
        <p:nvSpPr>
          <p:cNvPr id="28" name="Text 26"/>
          <p:cNvSpPr/>
          <p:nvPr/>
        </p:nvSpPr>
        <p:spPr>
          <a:xfrm>
            <a:off x="7357740" y="5755296"/>
            <a:ext cx="2246441" cy="447675"/>
          </a:xfrm>
          <a:prstGeom prst="rect">
            <a:avLst/>
          </a:prstGeom>
          <a:noFill/>
          <a:ln/>
        </p:spPr>
        <p:txBody>
          <a:bodyPr wrap="square" lIns="25400" tIns="25400" rIns="25400" bIns="25400" rtlCol="0" anchor="t">
            <a:normAutofit/>
          </a:bodyPr>
          <a:lstStyle/>
          <a:p>
            <a:pPr marL="0" indent="0" algn="l">
              <a:buNone/>
            </a:pPr>
            <a:r>
              <a:rPr lang="en-US" sz="2200" b="1" dirty="0">
                <a:solidFill>
                  <a:srgbClr val="4A4A4A"/>
                </a:solidFill>
                <a:latin typeface="맑은 고딕" panose="020B0503020000020004" pitchFamily="50" charset="-127"/>
                <a:ea typeface="맑은 고딕" panose="020B0503020000020004" pitchFamily="50" charset="-127"/>
                <a:cs typeface="Black Han Sans" pitchFamily="34" charset="-120"/>
              </a:rPr>
              <a:t>성향 매칭</a:t>
            </a:r>
            <a:endParaRPr lang="en-US" sz="2200" b="1" dirty="0">
              <a:latin typeface="맑은 고딕" panose="020B0503020000020004" pitchFamily="50" charset="-127"/>
            </a:endParaRPr>
          </a:p>
        </p:txBody>
      </p:sp>
      <p:sp>
        <p:nvSpPr>
          <p:cNvPr id="29" name="Text 27"/>
          <p:cNvSpPr/>
          <p:nvPr/>
        </p:nvSpPr>
        <p:spPr>
          <a:xfrm>
            <a:off x="6922901" y="6269646"/>
            <a:ext cx="2246441" cy="728663"/>
          </a:xfrm>
          <a:prstGeom prst="rect">
            <a:avLst/>
          </a:prstGeom>
          <a:noFill/>
          <a:ln/>
        </p:spPr>
        <p:txBody>
          <a:bodyPr wrap="square" lIns="25400" tIns="25400" rIns="25400" bIns="25400" rtlCol="0" anchor="t">
            <a:normAutofit fontScale="92500" lnSpcReduction="10000"/>
          </a:bodyPr>
          <a:lstStyle/>
          <a:p>
            <a:pPr marL="0" indent="0" algn="ctr">
              <a:lnSpc>
                <a:spcPct val="145000"/>
              </a:lnSpc>
              <a:buNone/>
            </a:pP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5차원 </a:t>
            </a:r>
            <a:r>
              <a:rPr lang="en-US" sz="1875" dirty="0" err="1">
                <a:solidFill>
                  <a:srgbClr val="8C887C"/>
                </a:solidFill>
                <a:latin typeface="맑은 고딕" panose="020B0503020000020004" pitchFamily="50" charset="-127"/>
                <a:ea typeface="맑은 고딕" panose="020B0503020000020004" pitchFamily="50" charset="-127"/>
                <a:cs typeface="Pretendard" pitchFamily="34" charset="-120"/>
              </a:rPr>
              <a:t>설문으로</a:t>
            </a: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 </a:t>
            </a:r>
            <a:r>
              <a:rPr lang="en-US" sz="1875" dirty="0" err="1">
                <a:solidFill>
                  <a:srgbClr val="8C887C"/>
                </a:solidFill>
                <a:latin typeface="맑은 고딕" panose="020B0503020000020004" pitchFamily="50" charset="-127"/>
                <a:ea typeface="맑은 고딕" panose="020B0503020000020004" pitchFamily="50" charset="-127"/>
                <a:cs typeface="Pretendard" pitchFamily="34" charset="-120"/>
              </a:rPr>
              <a:t>그룹</a:t>
            </a: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 평균 성향</a:t>
            </a:r>
            <a:endParaRPr lang="en-US" sz="1875" dirty="0">
              <a:latin typeface="맑은 고딕" panose="020B0503020000020004" pitchFamily="50" charset="-127"/>
            </a:endParaRPr>
          </a:p>
        </p:txBody>
      </p:sp>
      <p:sp>
        <p:nvSpPr>
          <p:cNvPr id="30" name="Text 28"/>
          <p:cNvSpPr/>
          <p:nvPr/>
        </p:nvSpPr>
        <p:spPr>
          <a:xfrm>
            <a:off x="9612660" y="4402931"/>
            <a:ext cx="5582379" cy="333375"/>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 </a:t>
            </a:r>
            <a:r>
              <a:rPr lang="en-US" sz="1950" b="1" dirty="0" err="1">
                <a:solidFill>
                  <a:srgbClr val="7E97B3"/>
                </a:solidFill>
                <a:latin typeface="맑은 고딕" panose="020B0503020000020004" pitchFamily="50" charset="-127"/>
                <a:ea typeface="맑은 고딕" panose="020B0503020000020004" pitchFamily="50" charset="-127"/>
                <a:cs typeface="Pretendard" pitchFamily="34" charset="-120"/>
              </a:rPr>
              <a:t>한국에</a:t>
            </a:r>
            <a:r>
              <a:rPr 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 맞</a:t>
            </a:r>
            <a:r>
              <a:rPr lang="ko-KR" altLang="en-US" sz="1950" b="1" dirty="0">
                <a:solidFill>
                  <a:srgbClr val="7E97B3"/>
                </a:solidFill>
                <a:latin typeface="맑은 고딕" panose="020B0503020000020004" pitchFamily="50" charset="-127"/>
                <a:ea typeface="맑은 고딕" panose="020B0503020000020004" pitchFamily="50" charset="-127"/>
                <a:cs typeface="Pretendard" pitchFamily="34" charset="-120"/>
              </a:rPr>
              <a:t>춘 기능</a:t>
            </a:r>
            <a:endParaRPr lang="en-US" sz="1950" dirty="0">
              <a:latin typeface="맑은 고딕" panose="020B0503020000020004" pitchFamily="50" charset="-127"/>
            </a:endParaRPr>
          </a:p>
        </p:txBody>
      </p:sp>
      <p:sp>
        <p:nvSpPr>
          <p:cNvPr id="31" name="Shape 29"/>
          <p:cNvSpPr/>
          <p:nvPr/>
        </p:nvSpPr>
        <p:spPr>
          <a:xfrm>
            <a:off x="9612660" y="4869656"/>
            <a:ext cx="2442121" cy="2357438"/>
          </a:xfrm>
          <a:prstGeom prst="roundRect">
            <a:avLst>
              <a:gd name="adj" fmla="val 8081"/>
            </a:avLst>
          </a:prstGeom>
          <a:solidFill>
            <a:srgbClr val="ECE9DD"/>
          </a:solidFill>
          <a:ln/>
        </p:spPr>
        <p:txBody>
          <a:bodyPr/>
          <a:lstStyle/>
          <a:p>
            <a:endParaRPr lang="ko-KR" altLang="en-US"/>
          </a:p>
        </p:txBody>
      </p:sp>
      <p:sp>
        <p:nvSpPr>
          <p:cNvPr id="32" name="Shape 30"/>
          <p:cNvSpPr/>
          <p:nvPr/>
        </p:nvSpPr>
        <p:spPr>
          <a:xfrm>
            <a:off x="9860310" y="5117306"/>
            <a:ext cx="1424136" cy="419100"/>
          </a:xfrm>
          <a:prstGeom prst="roundRect">
            <a:avLst>
              <a:gd name="adj" fmla="val 50000"/>
            </a:avLst>
          </a:prstGeom>
          <a:solidFill>
            <a:srgbClr val="8AA6C0"/>
          </a:solidFill>
          <a:ln/>
        </p:spPr>
        <p:txBody>
          <a:bodyPr/>
          <a:lstStyle/>
          <a:p>
            <a:endParaRPr lang="ko-KR" altLang="en-US"/>
          </a:p>
        </p:txBody>
      </p:sp>
      <p:sp>
        <p:nvSpPr>
          <p:cNvPr id="33" name="Text 31"/>
          <p:cNvSpPr/>
          <p:nvPr/>
        </p:nvSpPr>
        <p:spPr>
          <a:xfrm>
            <a:off x="9936510" y="5172583"/>
            <a:ext cx="1271736" cy="381000"/>
          </a:xfrm>
          <a:prstGeom prst="rect">
            <a:avLst/>
          </a:prstGeom>
          <a:noFill/>
          <a:ln/>
        </p:spPr>
        <p:txBody>
          <a:bodyPr wrap="square" lIns="25400" tIns="25400" rIns="25400" bIns="25400" rtlCol="0" anchor="t">
            <a:noAutofit/>
          </a:bodyPr>
          <a:lstStyle/>
          <a:p>
            <a:pPr marL="0" indent="0" algn="l">
              <a:buNone/>
            </a:pPr>
            <a:r>
              <a:rPr lang="en-US" sz="1700" b="1" dirty="0">
                <a:solidFill>
                  <a:srgbClr val="FBF8EF"/>
                </a:solidFill>
                <a:latin typeface="Microsoft YaHei" panose="020B0503020204020204" pitchFamily="34" charset="-122"/>
                <a:ea typeface="Microsoft YaHei" panose="020B0503020204020204" pitchFamily="34" charset="-122"/>
                <a:cs typeface="Space Mono" pitchFamily="34" charset="-120"/>
              </a:rPr>
              <a:t>DOMESTIC</a:t>
            </a:r>
            <a:endParaRPr lang="en-US" sz="1700" dirty="0">
              <a:latin typeface="맑은 고딕" panose="020B0503020000020004" pitchFamily="50" charset="-127"/>
            </a:endParaRPr>
          </a:p>
        </p:txBody>
      </p:sp>
      <p:sp>
        <p:nvSpPr>
          <p:cNvPr id="34" name="Text 32"/>
          <p:cNvSpPr/>
          <p:nvPr/>
        </p:nvSpPr>
        <p:spPr>
          <a:xfrm>
            <a:off x="10069860" y="5729656"/>
            <a:ext cx="1753795" cy="447675"/>
          </a:xfrm>
          <a:prstGeom prst="rect">
            <a:avLst/>
          </a:prstGeom>
          <a:noFill/>
          <a:ln/>
        </p:spPr>
        <p:txBody>
          <a:bodyPr wrap="square" lIns="25400" tIns="25400" rIns="25400" bIns="25400" rtlCol="0" anchor="t">
            <a:normAutofit/>
          </a:bodyPr>
          <a:lstStyle/>
          <a:p>
            <a:pPr marL="0" indent="0" algn="l">
              <a:buNone/>
            </a:pPr>
            <a:r>
              <a:rPr lang="en-US" sz="2200" b="1" dirty="0">
                <a:solidFill>
                  <a:srgbClr val="4A4A4A"/>
                </a:solidFill>
                <a:latin typeface="맑은 고딕" panose="020B0503020000020004" pitchFamily="50" charset="-127"/>
                <a:ea typeface="맑은 고딕" panose="020B0503020000020004" pitchFamily="50" charset="-127"/>
                <a:cs typeface="Black Han Sans" pitchFamily="34" charset="-120"/>
              </a:rPr>
              <a:t>국내 최적화</a:t>
            </a:r>
            <a:endParaRPr lang="en-US" sz="2200" b="1" dirty="0">
              <a:latin typeface="맑은 고딕" panose="020B0503020000020004" pitchFamily="50" charset="-127"/>
            </a:endParaRPr>
          </a:p>
        </p:txBody>
      </p:sp>
      <p:sp>
        <p:nvSpPr>
          <p:cNvPr id="35" name="Text 33"/>
          <p:cNvSpPr/>
          <p:nvPr/>
        </p:nvSpPr>
        <p:spPr>
          <a:xfrm>
            <a:off x="9860310" y="6250781"/>
            <a:ext cx="2023021" cy="728663"/>
          </a:xfrm>
          <a:prstGeom prst="rect">
            <a:avLst/>
          </a:prstGeom>
          <a:noFill/>
          <a:ln/>
        </p:spPr>
        <p:txBody>
          <a:bodyPr wrap="square" lIns="25400" tIns="25400" rIns="25400" bIns="25400" rtlCol="0" anchor="t">
            <a:normAutofit fontScale="92500" lnSpcReduction="10000"/>
          </a:bodyPr>
          <a:lstStyle/>
          <a:p>
            <a:pPr marL="0" indent="0" algn="ctr">
              <a:lnSpc>
                <a:spcPct val="145000"/>
              </a:lnSpc>
              <a:buNone/>
            </a:pP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TourAPI·Kakao 기반 추천</a:t>
            </a:r>
            <a:endParaRPr lang="en-US" sz="1875" dirty="0">
              <a:latin typeface="맑은 고딕" panose="020B0503020000020004" pitchFamily="50" charset="-127"/>
            </a:endParaRPr>
          </a:p>
        </p:txBody>
      </p:sp>
      <p:sp>
        <p:nvSpPr>
          <p:cNvPr id="36" name="Shape 34"/>
          <p:cNvSpPr/>
          <p:nvPr/>
        </p:nvSpPr>
        <p:spPr>
          <a:xfrm>
            <a:off x="12245280" y="4869656"/>
            <a:ext cx="2442270" cy="2357438"/>
          </a:xfrm>
          <a:prstGeom prst="roundRect">
            <a:avLst>
              <a:gd name="adj" fmla="val 8081"/>
            </a:avLst>
          </a:prstGeom>
          <a:solidFill>
            <a:srgbClr val="ECE9DD"/>
          </a:solidFill>
          <a:ln/>
        </p:spPr>
        <p:txBody>
          <a:bodyPr/>
          <a:lstStyle/>
          <a:p>
            <a:endParaRPr lang="ko-KR" altLang="en-US"/>
          </a:p>
        </p:txBody>
      </p:sp>
      <p:sp>
        <p:nvSpPr>
          <p:cNvPr id="37" name="Shape 35"/>
          <p:cNvSpPr/>
          <p:nvPr/>
        </p:nvSpPr>
        <p:spPr>
          <a:xfrm>
            <a:off x="12492930" y="5117306"/>
            <a:ext cx="1144339" cy="435769"/>
          </a:xfrm>
          <a:prstGeom prst="roundRect">
            <a:avLst>
              <a:gd name="adj" fmla="val 50000"/>
            </a:avLst>
          </a:prstGeom>
          <a:solidFill>
            <a:srgbClr val="8AA6C0"/>
          </a:solidFill>
          <a:ln/>
        </p:spPr>
        <p:txBody>
          <a:bodyPr/>
          <a:lstStyle/>
          <a:p>
            <a:endParaRPr lang="ko-KR" altLang="en-US"/>
          </a:p>
        </p:txBody>
      </p:sp>
      <p:sp>
        <p:nvSpPr>
          <p:cNvPr id="38" name="Text 36"/>
          <p:cNvSpPr/>
          <p:nvPr/>
        </p:nvSpPr>
        <p:spPr>
          <a:xfrm>
            <a:off x="12681039" y="5182108"/>
            <a:ext cx="974106" cy="381000"/>
          </a:xfrm>
          <a:prstGeom prst="rect">
            <a:avLst/>
          </a:prstGeom>
          <a:noFill/>
          <a:ln/>
        </p:spPr>
        <p:txBody>
          <a:bodyPr wrap="square" lIns="25400" tIns="25400" rIns="25400" bIns="25400" rtlCol="0" anchor="t">
            <a:normAutofit/>
          </a:bodyPr>
          <a:lstStyle/>
          <a:p>
            <a:pPr marL="0" indent="0" algn="l">
              <a:buNone/>
            </a:pPr>
            <a:r>
              <a:rPr lang="en-US" sz="1700" b="1" dirty="0">
                <a:solidFill>
                  <a:srgbClr val="FBF8EF"/>
                </a:solidFill>
                <a:latin typeface="Microsoft YaHei" panose="020B0503020204020204" pitchFamily="34" charset="-122"/>
                <a:ea typeface="Microsoft YaHei" panose="020B0503020204020204" pitchFamily="34" charset="-122"/>
                <a:cs typeface="Space Mono" pitchFamily="34" charset="-120"/>
              </a:rPr>
              <a:t>SETTLE</a:t>
            </a:r>
            <a:endParaRPr lang="en-US" sz="1700" dirty="0">
              <a:latin typeface="맑은 고딕" panose="020B0503020000020004" pitchFamily="50" charset="-127"/>
            </a:endParaRPr>
          </a:p>
        </p:txBody>
      </p:sp>
      <p:sp>
        <p:nvSpPr>
          <p:cNvPr id="39" name="Text 37"/>
          <p:cNvSpPr/>
          <p:nvPr/>
        </p:nvSpPr>
        <p:spPr>
          <a:xfrm>
            <a:off x="12656716" y="5729655"/>
            <a:ext cx="1695598" cy="447675"/>
          </a:xfrm>
          <a:prstGeom prst="rect">
            <a:avLst/>
          </a:prstGeom>
          <a:noFill/>
          <a:ln/>
        </p:spPr>
        <p:txBody>
          <a:bodyPr wrap="square" lIns="25400" tIns="25400" rIns="25400" bIns="25400" rtlCol="0" anchor="t">
            <a:normAutofit/>
          </a:bodyPr>
          <a:lstStyle/>
          <a:p>
            <a:pPr marL="0" indent="0" algn="l">
              <a:buNone/>
            </a:pPr>
            <a:r>
              <a:rPr lang="en-US" sz="2200" b="1" dirty="0">
                <a:solidFill>
                  <a:srgbClr val="4A4A4A"/>
                </a:solidFill>
                <a:latin typeface="맑은 고딕" panose="020B0503020000020004" pitchFamily="50" charset="-127"/>
                <a:ea typeface="맑은 고딕" panose="020B0503020000020004" pitchFamily="50" charset="-127"/>
                <a:cs typeface="Black Han Sans" pitchFamily="34" charset="-120"/>
              </a:rPr>
              <a:t>한국형 정산</a:t>
            </a:r>
            <a:endParaRPr lang="en-US" sz="2200" b="1" dirty="0">
              <a:latin typeface="맑은 고딕" panose="020B0503020000020004" pitchFamily="50" charset="-127"/>
            </a:endParaRPr>
          </a:p>
        </p:txBody>
      </p:sp>
      <p:sp>
        <p:nvSpPr>
          <p:cNvPr id="40" name="Text 38"/>
          <p:cNvSpPr/>
          <p:nvPr/>
        </p:nvSpPr>
        <p:spPr>
          <a:xfrm>
            <a:off x="12492930" y="6250781"/>
            <a:ext cx="2023170" cy="728663"/>
          </a:xfrm>
          <a:prstGeom prst="rect">
            <a:avLst/>
          </a:prstGeom>
          <a:noFill/>
          <a:ln/>
        </p:spPr>
        <p:txBody>
          <a:bodyPr wrap="square" lIns="25400" tIns="25400" rIns="25400" bIns="25400" rtlCol="0" anchor="t">
            <a:normAutofit fontScale="92500" lnSpcReduction="10000"/>
          </a:bodyPr>
          <a:lstStyle/>
          <a:p>
            <a:pPr marL="0" indent="0" algn="ctr">
              <a:lnSpc>
                <a:spcPct val="145000"/>
              </a:lnSpc>
              <a:buNone/>
            </a:pPr>
            <a:r>
              <a:rPr lang="en-US" sz="1875" dirty="0" err="1">
                <a:solidFill>
                  <a:srgbClr val="8C887C"/>
                </a:solidFill>
                <a:latin typeface="맑은 고딕" panose="020B0503020000020004" pitchFamily="50" charset="-127"/>
                <a:ea typeface="맑은 고딕" panose="020B0503020000020004" pitchFamily="50" charset="-127"/>
                <a:cs typeface="Pretendard" pitchFamily="34" charset="-120"/>
              </a:rPr>
              <a:t>토스·카카오페이</a:t>
            </a: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 </a:t>
            </a:r>
          </a:p>
          <a:p>
            <a:pPr marL="0" indent="0" algn="ctr">
              <a:lnSpc>
                <a:spcPct val="145000"/>
              </a:lnSpc>
              <a:buNone/>
            </a:pPr>
            <a:r>
              <a:rPr lang="en-US" sz="1875" dirty="0" err="1">
                <a:solidFill>
                  <a:srgbClr val="8C887C"/>
                </a:solidFill>
                <a:latin typeface="맑은 고딕" panose="020B0503020000020004" pitchFamily="50" charset="-127"/>
                <a:ea typeface="맑은 고딕" panose="020B0503020000020004" pitchFamily="50" charset="-127"/>
                <a:cs typeface="Pretendard" pitchFamily="34" charset="-120"/>
              </a:rPr>
              <a:t>송금</a:t>
            </a:r>
            <a:r>
              <a:rPr lang="en-US" sz="1875" dirty="0">
                <a:solidFill>
                  <a:srgbClr val="8C887C"/>
                </a:solidFill>
                <a:latin typeface="맑은 고딕" panose="020B0503020000020004" pitchFamily="50" charset="-127"/>
                <a:ea typeface="맑은 고딕" panose="020B0503020000020004" pitchFamily="50" charset="-127"/>
                <a:cs typeface="Pretendard" pitchFamily="34" charset="-120"/>
              </a:rPr>
              <a:t> 연결</a:t>
            </a:r>
            <a:endParaRPr lang="en-US" sz="1875" dirty="0">
              <a:latin typeface="맑은 고딕" panose="020B0503020000020004" pitchFamily="50" charset="-127"/>
            </a:endParaRPr>
          </a:p>
        </p:txBody>
      </p:sp>
      <p:sp>
        <p:nvSpPr>
          <p:cNvPr id="41" name="Text 4">
            <a:extLst>
              <a:ext uri="{FF2B5EF4-FFF2-40B4-BE49-F238E27FC236}">
                <a16:creationId xmlns:a16="http://schemas.microsoft.com/office/drawing/2014/main" id="{225D760B-EBFD-4E43-B224-09B10F61AFD8}"/>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42" name="Text 5">
            <a:extLst>
              <a:ext uri="{FF2B5EF4-FFF2-40B4-BE49-F238E27FC236}">
                <a16:creationId xmlns:a16="http://schemas.microsoft.com/office/drawing/2014/main" id="{3E5C16A4-A46A-4AE8-B720-82CF6207A6DD}"/>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5476949"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Flight Path</a:t>
            </a:r>
            <a:endParaRPr lang="en-US" sz="2550" dirty="0">
              <a:latin typeface="맑은 고딕" panose="020B0503020000020004" pitchFamily="50" charset="-127"/>
            </a:endParaRPr>
          </a:p>
        </p:txBody>
      </p:sp>
      <p:sp>
        <p:nvSpPr>
          <p:cNvPr id="11" name="Text 9"/>
          <p:cNvSpPr/>
          <p:nvPr/>
        </p:nvSpPr>
        <p:spPr>
          <a:xfrm>
            <a:off x="1352550" y="1762125"/>
            <a:ext cx="5476949"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사용자 여정 한눈에</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07</a:t>
            </a:r>
            <a:endParaRPr lang="en-US" sz="1950" b="1" dirty="0">
              <a:latin typeface="맑은 고딕" panose="020B0503020000020004" pitchFamily="50" charset="-127"/>
            </a:endParaRPr>
          </a:p>
        </p:txBody>
      </p:sp>
      <p:sp>
        <p:nvSpPr>
          <p:cNvPr id="13" name="Shape 11"/>
          <p:cNvSpPr/>
          <p:nvPr/>
        </p:nvSpPr>
        <p:spPr>
          <a:xfrm>
            <a:off x="2019300" y="5815013"/>
            <a:ext cx="12287250" cy="19050"/>
          </a:xfrm>
          <a:prstGeom prst="rect">
            <a:avLst/>
          </a:prstGeom>
          <a:solidFill>
            <a:srgbClr val="C7BFA9"/>
          </a:solidFill>
          <a:ln/>
        </p:spPr>
        <p:txBody>
          <a:bodyPr/>
          <a:lstStyle/>
          <a:p>
            <a:endParaRPr lang="ko-KR" altLang="en-US"/>
          </a:p>
        </p:txBody>
      </p:sp>
      <p:pic>
        <p:nvPicPr>
          <p:cNvPr id="14"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700000">
            <a:off x="1403047" y="5532134"/>
            <a:ext cx="565756" cy="565756"/>
          </a:xfrm>
          <a:prstGeom prst="rect">
            <a:avLst/>
          </a:prstGeom>
        </p:spPr>
      </p:pic>
      <p:sp>
        <p:nvSpPr>
          <p:cNvPr id="15" name="Text 12"/>
          <p:cNvSpPr/>
          <p:nvPr/>
        </p:nvSpPr>
        <p:spPr>
          <a:xfrm>
            <a:off x="1843088" y="4386263"/>
            <a:ext cx="1781175" cy="38100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그룹 생성</a:t>
            </a:r>
            <a:endParaRPr lang="en-US" sz="2250" dirty="0">
              <a:latin typeface="맑은 고딕" panose="020B0503020000020004" pitchFamily="50" charset="-127"/>
            </a:endParaRPr>
          </a:p>
        </p:txBody>
      </p:sp>
      <p:sp>
        <p:nvSpPr>
          <p:cNvPr id="16" name="Shape 13"/>
          <p:cNvSpPr/>
          <p:nvPr/>
        </p:nvSpPr>
        <p:spPr>
          <a:xfrm>
            <a:off x="2466975" y="5548313"/>
            <a:ext cx="533400" cy="533400"/>
          </a:xfrm>
          <a:prstGeom prst="ellipse">
            <a:avLst/>
          </a:prstGeom>
          <a:solidFill>
            <a:srgbClr val="8AA6C0"/>
          </a:solidFill>
          <a:ln/>
          <a:effectLst>
            <a:outerShdw blurRad="101600" dist="50800" dir="16200000" algn="bl" rotWithShape="0">
              <a:srgbClr val="FBF8EF">
                <a:alpha val="100000"/>
              </a:srgbClr>
            </a:outerShdw>
          </a:effectLst>
        </p:spPr>
        <p:txBody>
          <a:bodyPr/>
          <a:lstStyle/>
          <a:p>
            <a:endParaRPr lang="ko-KR" altLang="en-US"/>
          </a:p>
        </p:txBody>
      </p:sp>
      <p:sp>
        <p:nvSpPr>
          <p:cNvPr id="17" name="Text 14"/>
          <p:cNvSpPr/>
          <p:nvPr/>
        </p:nvSpPr>
        <p:spPr>
          <a:xfrm>
            <a:off x="2428875" y="5548313"/>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Microsoft YaHei" panose="020B0503020204020204" pitchFamily="34" charset="-122"/>
                <a:ea typeface="Microsoft YaHei" panose="020B0503020204020204" pitchFamily="34" charset="-122"/>
                <a:cs typeface="Space Mono" pitchFamily="34" charset="-120"/>
              </a:rPr>
              <a:t>1</a:t>
            </a:r>
            <a:endParaRPr lang="en-US" sz="1950" dirty="0">
              <a:latin typeface="맑은 고딕" panose="020B0503020000020004" pitchFamily="50" charset="-127"/>
            </a:endParaRPr>
          </a:p>
        </p:txBody>
      </p:sp>
      <p:sp>
        <p:nvSpPr>
          <p:cNvPr id="18" name="Text 15"/>
          <p:cNvSpPr/>
          <p:nvPr/>
        </p:nvSpPr>
        <p:spPr>
          <a:xfrm>
            <a:off x="3716387" y="6605588"/>
            <a:ext cx="1781175" cy="38100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여행 계획</a:t>
            </a:r>
            <a:endParaRPr lang="en-US" sz="2250" dirty="0">
              <a:latin typeface="맑은 고딕" panose="020B0503020000020004" pitchFamily="50" charset="-127"/>
            </a:endParaRPr>
          </a:p>
        </p:txBody>
      </p:sp>
      <p:sp>
        <p:nvSpPr>
          <p:cNvPr id="19" name="Text 16"/>
          <p:cNvSpPr/>
          <p:nvPr/>
        </p:nvSpPr>
        <p:spPr>
          <a:xfrm>
            <a:off x="3716387" y="6967538"/>
            <a:ext cx="1781175" cy="314325"/>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9A9486"/>
                </a:solidFill>
                <a:latin typeface="맑은 고딕" panose="020B0503020000020004" pitchFamily="50" charset="-127"/>
                <a:ea typeface="맑은 고딕" panose="020B0503020000020004" pitchFamily="50" charset="-127"/>
                <a:cs typeface="Pretendard" pitchFamily="34" charset="-120"/>
              </a:rPr>
              <a:t>숙소·일정</a:t>
            </a:r>
            <a:endParaRPr lang="en-US" sz="1800" dirty="0">
              <a:latin typeface="맑은 고딕" panose="020B0503020000020004" pitchFamily="50" charset="-127"/>
            </a:endParaRPr>
          </a:p>
        </p:txBody>
      </p:sp>
      <p:sp>
        <p:nvSpPr>
          <p:cNvPr id="20" name="Shape 17"/>
          <p:cNvSpPr/>
          <p:nvPr/>
        </p:nvSpPr>
        <p:spPr>
          <a:xfrm>
            <a:off x="4340275" y="5548313"/>
            <a:ext cx="533400" cy="533400"/>
          </a:xfrm>
          <a:prstGeom prst="ellipse">
            <a:avLst/>
          </a:prstGeom>
          <a:solidFill>
            <a:srgbClr val="8AA6C0"/>
          </a:solidFill>
          <a:ln/>
          <a:effectLst>
            <a:outerShdw blurRad="101600" dist="50800" dir="16200000" algn="bl" rotWithShape="0">
              <a:srgbClr val="FBF8EF">
                <a:alpha val="100000"/>
              </a:srgbClr>
            </a:outerShdw>
          </a:effectLst>
        </p:spPr>
        <p:txBody>
          <a:bodyPr/>
          <a:lstStyle/>
          <a:p>
            <a:endParaRPr lang="ko-KR" altLang="en-US"/>
          </a:p>
        </p:txBody>
      </p:sp>
      <p:sp>
        <p:nvSpPr>
          <p:cNvPr id="21" name="Text 18"/>
          <p:cNvSpPr/>
          <p:nvPr/>
        </p:nvSpPr>
        <p:spPr>
          <a:xfrm>
            <a:off x="4302175" y="5548313"/>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Microsoft YaHei" panose="020B0503020204020204" pitchFamily="34" charset="-122"/>
                <a:ea typeface="Microsoft YaHei" panose="020B0503020204020204" pitchFamily="34" charset="-122"/>
                <a:cs typeface="Space Mono" pitchFamily="34" charset="-120"/>
              </a:rPr>
              <a:t>2</a:t>
            </a:r>
            <a:endParaRPr lang="en-US" sz="1950" dirty="0">
              <a:latin typeface="맑은 고딕" panose="020B0503020000020004" pitchFamily="50" charset="-127"/>
            </a:endParaRPr>
          </a:p>
        </p:txBody>
      </p:sp>
      <p:sp>
        <p:nvSpPr>
          <p:cNvPr id="22" name="Text 19"/>
          <p:cNvSpPr/>
          <p:nvPr/>
        </p:nvSpPr>
        <p:spPr>
          <a:xfrm>
            <a:off x="5589538" y="4386263"/>
            <a:ext cx="1781175" cy="38100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장소 모으기</a:t>
            </a:r>
            <a:endParaRPr lang="en-US" sz="2250" dirty="0">
              <a:latin typeface="맑은 고딕" panose="020B0503020000020004" pitchFamily="50" charset="-127"/>
            </a:endParaRPr>
          </a:p>
        </p:txBody>
      </p:sp>
      <p:sp>
        <p:nvSpPr>
          <p:cNvPr id="23" name="Shape 20"/>
          <p:cNvSpPr/>
          <p:nvPr/>
        </p:nvSpPr>
        <p:spPr>
          <a:xfrm>
            <a:off x="6213425" y="5548313"/>
            <a:ext cx="533400" cy="533400"/>
          </a:xfrm>
          <a:prstGeom prst="ellipse">
            <a:avLst/>
          </a:prstGeom>
          <a:solidFill>
            <a:srgbClr val="8AA6C0"/>
          </a:solidFill>
          <a:ln/>
          <a:effectLst>
            <a:outerShdw blurRad="101600" dist="50800" dir="16200000" algn="bl" rotWithShape="0">
              <a:srgbClr val="FBF8EF">
                <a:alpha val="100000"/>
              </a:srgbClr>
            </a:outerShdw>
          </a:effectLst>
        </p:spPr>
        <p:txBody>
          <a:bodyPr/>
          <a:lstStyle/>
          <a:p>
            <a:endParaRPr lang="ko-KR" altLang="en-US"/>
          </a:p>
        </p:txBody>
      </p:sp>
      <p:sp>
        <p:nvSpPr>
          <p:cNvPr id="24" name="Text 21"/>
          <p:cNvSpPr/>
          <p:nvPr/>
        </p:nvSpPr>
        <p:spPr>
          <a:xfrm>
            <a:off x="6175325" y="5548313"/>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Microsoft YaHei" panose="020B0503020204020204" pitchFamily="34" charset="-122"/>
                <a:ea typeface="Microsoft YaHei" panose="020B0503020204020204" pitchFamily="34" charset="-122"/>
                <a:cs typeface="Space Mono" pitchFamily="34" charset="-120"/>
              </a:rPr>
              <a:t>3</a:t>
            </a:r>
            <a:endParaRPr lang="en-US" sz="1950" dirty="0">
              <a:latin typeface="맑은 고딕" panose="020B0503020000020004" pitchFamily="50" charset="-127"/>
            </a:endParaRPr>
          </a:p>
        </p:txBody>
      </p:sp>
      <p:sp>
        <p:nvSpPr>
          <p:cNvPr id="25" name="Text 22"/>
          <p:cNvSpPr/>
          <p:nvPr/>
        </p:nvSpPr>
        <p:spPr>
          <a:xfrm>
            <a:off x="7462838" y="6900863"/>
            <a:ext cx="1781175" cy="38100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일정 짜기</a:t>
            </a:r>
            <a:endParaRPr lang="en-US" sz="2250" dirty="0">
              <a:latin typeface="맑은 고딕" panose="020B0503020000020004" pitchFamily="50" charset="-127"/>
            </a:endParaRPr>
          </a:p>
        </p:txBody>
      </p:sp>
      <p:sp>
        <p:nvSpPr>
          <p:cNvPr id="26" name="Shape 23"/>
          <p:cNvSpPr/>
          <p:nvPr/>
        </p:nvSpPr>
        <p:spPr>
          <a:xfrm>
            <a:off x="8086725" y="5548313"/>
            <a:ext cx="533400" cy="533400"/>
          </a:xfrm>
          <a:prstGeom prst="ellipse">
            <a:avLst/>
          </a:prstGeom>
          <a:solidFill>
            <a:srgbClr val="8AA6C0"/>
          </a:solidFill>
          <a:ln/>
          <a:effectLst>
            <a:outerShdw blurRad="101600" dist="50800" dir="16200000" algn="bl" rotWithShape="0">
              <a:srgbClr val="FBF8EF">
                <a:alpha val="100000"/>
              </a:srgbClr>
            </a:outerShdw>
          </a:effectLst>
        </p:spPr>
        <p:txBody>
          <a:bodyPr/>
          <a:lstStyle/>
          <a:p>
            <a:endParaRPr lang="ko-KR" altLang="en-US"/>
          </a:p>
        </p:txBody>
      </p:sp>
      <p:sp>
        <p:nvSpPr>
          <p:cNvPr id="27" name="Text 24"/>
          <p:cNvSpPr/>
          <p:nvPr/>
        </p:nvSpPr>
        <p:spPr>
          <a:xfrm>
            <a:off x="8048625" y="5548313"/>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Microsoft YaHei" panose="020B0503020204020204" pitchFamily="34" charset="-122"/>
                <a:ea typeface="Microsoft YaHei" panose="020B0503020204020204" pitchFamily="34" charset="-122"/>
                <a:cs typeface="Space Mono" pitchFamily="34" charset="-120"/>
              </a:rPr>
              <a:t>4</a:t>
            </a:r>
            <a:endParaRPr lang="en-US" sz="1950" dirty="0">
              <a:latin typeface="맑은 고딕" panose="020B0503020000020004" pitchFamily="50" charset="-127"/>
            </a:endParaRPr>
          </a:p>
        </p:txBody>
      </p:sp>
      <p:sp>
        <p:nvSpPr>
          <p:cNvPr id="28" name="Text 25"/>
          <p:cNvSpPr/>
          <p:nvPr/>
        </p:nvSpPr>
        <p:spPr>
          <a:xfrm>
            <a:off x="9336137" y="4386263"/>
            <a:ext cx="1781175" cy="38100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투표</a:t>
            </a:r>
            <a:endParaRPr lang="en-US" sz="2250" dirty="0">
              <a:latin typeface="맑은 고딕" panose="020B0503020000020004" pitchFamily="50" charset="-127"/>
            </a:endParaRPr>
          </a:p>
        </p:txBody>
      </p:sp>
      <p:sp>
        <p:nvSpPr>
          <p:cNvPr id="29" name="Shape 26"/>
          <p:cNvSpPr/>
          <p:nvPr/>
        </p:nvSpPr>
        <p:spPr>
          <a:xfrm>
            <a:off x="9960025" y="5548313"/>
            <a:ext cx="533400" cy="533400"/>
          </a:xfrm>
          <a:prstGeom prst="ellipse">
            <a:avLst/>
          </a:prstGeom>
          <a:solidFill>
            <a:srgbClr val="8AA6C0"/>
          </a:solidFill>
          <a:ln/>
          <a:effectLst>
            <a:outerShdw blurRad="101600" dist="50800" dir="16200000" algn="bl" rotWithShape="0">
              <a:srgbClr val="FBF8EF">
                <a:alpha val="100000"/>
              </a:srgbClr>
            </a:outerShdw>
          </a:effectLst>
        </p:spPr>
        <p:txBody>
          <a:bodyPr/>
          <a:lstStyle/>
          <a:p>
            <a:endParaRPr lang="ko-KR" altLang="en-US"/>
          </a:p>
        </p:txBody>
      </p:sp>
      <p:sp>
        <p:nvSpPr>
          <p:cNvPr id="30" name="Text 27"/>
          <p:cNvSpPr/>
          <p:nvPr/>
        </p:nvSpPr>
        <p:spPr>
          <a:xfrm>
            <a:off x="9921925" y="5548313"/>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Microsoft YaHei" panose="020B0503020204020204" pitchFamily="34" charset="-122"/>
                <a:ea typeface="Microsoft YaHei" panose="020B0503020204020204" pitchFamily="34" charset="-122"/>
                <a:cs typeface="Space Mono" pitchFamily="34" charset="-120"/>
              </a:rPr>
              <a:t>5</a:t>
            </a:r>
            <a:endParaRPr lang="en-US" sz="1950" dirty="0">
              <a:latin typeface="맑은 고딕" panose="020B0503020000020004" pitchFamily="50" charset="-127"/>
            </a:endParaRPr>
          </a:p>
        </p:txBody>
      </p:sp>
      <p:sp>
        <p:nvSpPr>
          <p:cNvPr id="31" name="Text 28"/>
          <p:cNvSpPr/>
          <p:nvPr/>
        </p:nvSpPr>
        <p:spPr>
          <a:xfrm>
            <a:off x="11209288" y="6900863"/>
            <a:ext cx="1781175" cy="38100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정산</a:t>
            </a:r>
            <a:endParaRPr lang="en-US" sz="2250" dirty="0">
              <a:latin typeface="맑은 고딕" panose="020B0503020000020004" pitchFamily="50" charset="-127"/>
            </a:endParaRPr>
          </a:p>
        </p:txBody>
      </p:sp>
      <p:sp>
        <p:nvSpPr>
          <p:cNvPr id="32" name="Shape 29"/>
          <p:cNvSpPr/>
          <p:nvPr/>
        </p:nvSpPr>
        <p:spPr>
          <a:xfrm>
            <a:off x="11833175" y="5548313"/>
            <a:ext cx="533400" cy="533400"/>
          </a:xfrm>
          <a:prstGeom prst="ellipse">
            <a:avLst/>
          </a:prstGeom>
          <a:solidFill>
            <a:srgbClr val="8AA6C0"/>
          </a:solidFill>
          <a:ln/>
          <a:effectLst>
            <a:outerShdw blurRad="101600" dist="50800" dir="16200000" algn="bl" rotWithShape="0">
              <a:srgbClr val="FBF8EF">
                <a:alpha val="100000"/>
              </a:srgbClr>
            </a:outerShdw>
          </a:effectLst>
        </p:spPr>
        <p:txBody>
          <a:bodyPr/>
          <a:lstStyle/>
          <a:p>
            <a:endParaRPr lang="ko-KR" altLang="en-US"/>
          </a:p>
        </p:txBody>
      </p:sp>
      <p:sp>
        <p:nvSpPr>
          <p:cNvPr id="33" name="Text 30"/>
          <p:cNvSpPr/>
          <p:nvPr/>
        </p:nvSpPr>
        <p:spPr>
          <a:xfrm>
            <a:off x="11795075" y="5548313"/>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Microsoft YaHei" panose="020B0503020204020204" pitchFamily="34" charset="-122"/>
                <a:ea typeface="Microsoft YaHei" panose="020B0503020204020204" pitchFamily="34" charset="-122"/>
                <a:cs typeface="Space Mono" pitchFamily="34" charset="-120"/>
              </a:rPr>
              <a:t>6</a:t>
            </a:r>
            <a:endParaRPr lang="en-US" sz="1950" dirty="0">
              <a:latin typeface="맑은 고딕" panose="020B0503020000020004" pitchFamily="50" charset="-127"/>
            </a:endParaRPr>
          </a:p>
        </p:txBody>
      </p:sp>
      <p:sp>
        <p:nvSpPr>
          <p:cNvPr id="34" name="Text 31"/>
          <p:cNvSpPr/>
          <p:nvPr/>
        </p:nvSpPr>
        <p:spPr>
          <a:xfrm>
            <a:off x="13082588" y="4386263"/>
            <a:ext cx="1781175" cy="38100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7E97B3"/>
                </a:solidFill>
                <a:latin typeface="맑은 고딕" panose="020B0503020000020004" pitchFamily="50" charset="-127"/>
                <a:ea typeface="맑은 고딕" panose="020B0503020000020004" pitchFamily="50" charset="-127"/>
                <a:cs typeface="Pretendard" pitchFamily="34" charset="-120"/>
              </a:rPr>
              <a:t>회고</a:t>
            </a:r>
            <a:endParaRPr lang="en-US" sz="2250" dirty="0">
              <a:latin typeface="맑은 고딕" panose="020B0503020000020004" pitchFamily="50" charset="-127"/>
            </a:endParaRPr>
          </a:p>
        </p:txBody>
      </p:sp>
      <p:sp>
        <p:nvSpPr>
          <p:cNvPr id="35" name="Shape 32"/>
          <p:cNvSpPr/>
          <p:nvPr/>
        </p:nvSpPr>
        <p:spPr>
          <a:xfrm>
            <a:off x="13668375" y="5510213"/>
            <a:ext cx="609600" cy="609600"/>
          </a:xfrm>
          <a:prstGeom prst="ellipse">
            <a:avLst/>
          </a:prstGeom>
          <a:solidFill>
            <a:srgbClr val="FBF8EF"/>
          </a:solidFill>
          <a:ln w="28575">
            <a:solidFill>
              <a:srgbClr val="8AA6C0"/>
            </a:solidFill>
            <a:prstDash val="solid"/>
          </a:ln>
          <a:effectLst>
            <a:outerShdw blurRad="101600" dist="50800" dir="16200000" algn="bl" rotWithShape="0">
              <a:srgbClr val="FBF8EF">
                <a:alpha val="100000"/>
              </a:srgbClr>
            </a:outerShdw>
          </a:effectLst>
        </p:spPr>
        <p:txBody>
          <a:bodyPr/>
          <a:lstStyle/>
          <a:p>
            <a:endParaRPr lang="ko-KR" altLang="en-US"/>
          </a:p>
        </p:txBody>
      </p:sp>
      <p:pic>
        <p:nvPicPr>
          <p:cNvPr id="36"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830300" y="5672138"/>
            <a:ext cx="285750" cy="285750"/>
          </a:xfrm>
          <a:prstGeom prst="rect">
            <a:avLst/>
          </a:prstGeom>
        </p:spPr>
      </p:pic>
      <p:sp>
        <p:nvSpPr>
          <p:cNvPr id="37" name="Text 4">
            <a:extLst>
              <a:ext uri="{FF2B5EF4-FFF2-40B4-BE49-F238E27FC236}">
                <a16:creationId xmlns:a16="http://schemas.microsoft.com/office/drawing/2014/main" id="{5ED20C86-91FA-435D-AF47-0D6916330B77}"/>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38" name="Text 5">
            <a:extLst>
              <a:ext uri="{FF2B5EF4-FFF2-40B4-BE49-F238E27FC236}">
                <a16:creationId xmlns:a16="http://schemas.microsoft.com/office/drawing/2014/main" id="{90FC1031-DB50-473C-A006-FC24625824DD}"/>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6341343"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Feature 01 · Group</a:t>
            </a:r>
            <a:endParaRPr lang="en-US" sz="2550" dirty="0">
              <a:latin typeface="맑은 고딕" panose="020B0503020000020004" pitchFamily="50" charset="-127"/>
            </a:endParaRPr>
          </a:p>
        </p:txBody>
      </p:sp>
      <p:sp>
        <p:nvSpPr>
          <p:cNvPr id="11" name="Text 9"/>
          <p:cNvSpPr/>
          <p:nvPr/>
        </p:nvSpPr>
        <p:spPr>
          <a:xfrm>
            <a:off x="1352550" y="1762125"/>
            <a:ext cx="6341343"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그룹 &amp; 성향 페르소나</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08</a:t>
            </a:r>
            <a:endParaRPr lang="en-US" sz="1950" b="1" dirty="0">
              <a:latin typeface="맑은 고딕" panose="020B0503020000020004" pitchFamily="50" charset="-127"/>
            </a:endParaRPr>
          </a:p>
        </p:txBody>
      </p:sp>
      <p:sp>
        <p:nvSpPr>
          <p:cNvPr id="13" name="Shape 11"/>
          <p:cNvSpPr/>
          <p:nvPr/>
        </p:nvSpPr>
        <p:spPr>
          <a:xfrm>
            <a:off x="1352550" y="3467405"/>
            <a:ext cx="5767983" cy="4333875"/>
          </a:xfrm>
          <a:prstGeom prst="roundRect">
            <a:avLst>
              <a:gd name="adj" fmla="val 5275"/>
            </a:avLst>
          </a:prstGeom>
          <a:solidFill>
            <a:srgbClr val="ECE9DD"/>
          </a:solidFill>
          <a:ln/>
        </p:spPr>
        <p:txBody>
          <a:bodyPr/>
          <a:lstStyle/>
          <a:p>
            <a:endParaRPr lang="ko-KR" altLang="en-US"/>
          </a:p>
        </p:txBody>
      </p:sp>
      <p:grpSp>
        <p:nvGrpSpPr>
          <p:cNvPr id="6" name="그룹 5">
            <a:extLst>
              <a:ext uri="{FF2B5EF4-FFF2-40B4-BE49-F238E27FC236}">
                <a16:creationId xmlns:a16="http://schemas.microsoft.com/office/drawing/2014/main" id="{D091EEFC-1CC6-446C-A8D0-ED317E19B3D7}"/>
              </a:ext>
            </a:extLst>
          </p:cNvPr>
          <p:cNvGrpSpPr/>
          <p:nvPr/>
        </p:nvGrpSpPr>
        <p:grpSpPr>
          <a:xfrm>
            <a:off x="1758891" y="3830002"/>
            <a:ext cx="952500" cy="475695"/>
            <a:chOff x="1758891" y="5039372"/>
            <a:chExt cx="952500" cy="475695"/>
          </a:xfrm>
        </p:grpSpPr>
        <p:sp>
          <p:nvSpPr>
            <p:cNvPr id="14" name="Shape 12"/>
            <p:cNvSpPr/>
            <p:nvPr/>
          </p:nvSpPr>
          <p:spPr>
            <a:xfrm>
              <a:off x="1758891" y="5039372"/>
              <a:ext cx="952500" cy="419100"/>
            </a:xfrm>
            <a:prstGeom prst="roundRect">
              <a:avLst>
                <a:gd name="adj" fmla="val 50000"/>
              </a:avLst>
            </a:prstGeom>
            <a:solidFill>
              <a:srgbClr val="8AA6C0"/>
            </a:solidFill>
            <a:ln/>
          </p:spPr>
          <p:txBody>
            <a:bodyPr/>
            <a:lstStyle/>
            <a:p>
              <a:endParaRPr lang="ko-KR" altLang="en-US"/>
            </a:p>
          </p:txBody>
        </p:sp>
        <p:sp>
          <p:nvSpPr>
            <p:cNvPr id="15" name="Text 13"/>
            <p:cNvSpPr/>
            <p:nvPr/>
          </p:nvSpPr>
          <p:spPr>
            <a:xfrm>
              <a:off x="1872756" y="5134067"/>
              <a:ext cx="775841" cy="38100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BF8EF"/>
                  </a:solidFill>
                  <a:latin typeface="Microsoft YaHei" panose="020B0503020204020204" pitchFamily="34" charset="-122"/>
                  <a:ea typeface="Microsoft YaHei" panose="020B0503020204020204" pitchFamily="34" charset="-122"/>
                  <a:cs typeface="Space Mono" pitchFamily="34" charset="-120"/>
                </a:rPr>
                <a:t>GROUP</a:t>
              </a:r>
              <a:endParaRPr lang="en-US" sz="1800" dirty="0">
                <a:latin typeface="맑은 고딕" panose="020B0503020000020004" pitchFamily="50" charset="-127"/>
              </a:endParaRPr>
            </a:p>
          </p:txBody>
        </p:sp>
      </p:grpSp>
      <p:sp>
        <p:nvSpPr>
          <p:cNvPr id="16" name="Text 14"/>
          <p:cNvSpPr/>
          <p:nvPr/>
        </p:nvSpPr>
        <p:spPr>
          <a:xfrm>
            <a:off x="1714500" y="4486672"/>
            <a:ext cx="4698645" cy="514350"/>
          </a:xfrm>
          <a:prstGeom prst="rect">
            <a:avLst/>
          </a:prstGeom>
          <a:noFill/>
          <a:ln/>
        </p:spPr>
        <p:txBody>
          <a:bodyPr wrap="square" lIns="25400" tIns="25400" rIns="25400" bIns="25400" rtlCol="0" anchor="t">
            <a:normAutofit/>
          </a:bodyPr>
          <a:lstStyle/>
          <a:p>
            <a:pPr marL="0" indent="0" algn="l">
              <a:buNone/>
            </a:pPr>
            <a:r>
              <a:rPr lang="en-US" sz="3000" dirty="0" err="1">
                <a:solidFill>
                  <a:srgbClr val="4A4A4A"/>
                </a:solidFill>
                <a:latin typeface="맑은 고딕" panose="020B0503020000020004" pitchFamily="50" charset="-127"/>
                <a:ea typeface="맑은 고딕" panose="020B0503020000020004" pitchFamily="50" charset="-127"/>
                <a:cs typeface="Black Han Sans" pitchFamily="34" charset="-120"/>
              </a:rPr>
              <a:t>초대코드로</a:t>
            </a:r>
            <a:r>
              <a:rPr lang="en-US" sz="3000" dirty="0">
                <a:solidFill>
                  <a:srgbClr val="4A4A4A"/>
                </a:solidFill>
                <a:latin typeface="맑은 고딕" panose="020B0503020000020004" pitchFamily="50" charset="-127"/>
                <a:ea typeface="맑은 고딕" panose="020B0503020000020004" pitchFamily="50" charset="-127"/>
                <a:cs typeface="Black Han Sans" pitchFamily="34" charset="-120"/>
              </a:rPr>
              <a:t> </a:t>
            </a:r>
            <a:r>
              <a:rPr lang="ko-KR" altLang="en-US" sz="3000" dirty="0">
                <a:solidFill>
                  <a:srgbClr val="4A4A4A"/>
                </a:solidFill>
                <a:latin typeface="맑은 고딕" panose="020B0503020000020004" pitchFamily="50" charset="-127"/>
                <a:ea typeface="맑은 고딕" panose="020B0503020000020004" pitchFamily="50" charset="-127"/>
                <a:cs typeface="Black Han Sans" pitchFamily="34" charset="-120"/>
              </a:rPr>
              <a:t>사람을 </a:t>
            </a:r>
            <a:r>
              <a:rPr lang="ko-KR" altLang="en-US" sz="3000" dirty="0" err="1">
                <a:solidFill>
                  <a:srgbClr val="4A4A4A"/>
                </a:solidFill>
                <a:latin typeface="맑은 고딕" panose="020B0503020000020004" pitchFamily="50" charset="-127"/>
                <a:ea typeface="맑은 고딕" panose="020B0503020000020004" pitchFamily="50" charset="-127"/>
                <a:cs typeface="Black Han Sans" pitchFamily="34" charset="-120"/>
              </a:rPr>
              <a:t>모아요</a:t>
            </a:r>
            <a:endParaRPr lang="en-US" sz="3000" dirty="0">
              <a:latin typeface="맑은 고딕" panose="020B0503020000020004" pitchFamily="50" charset="-127"/>
            </a:endParaRPr>
          </a:p>
        </p:txBody>
      </p:sp>
      <p:sp>
        <p:nvSpPr>
          <p:cNvPr id="17" name="Text 15"/>
          <p:cNvSpPr/>
          <p:nvPr/>
        </p:nvSpPr>
        <p:spPr>
          <a:xfrm>
            <a:off x="1714500" y="5258105"/>
            <a:ext cx="554849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9A9486"/>
                </a:solidFill>
                <a:latin typeface="Microsoft YaHei" panose="020B0503020204020204" pitchFamily="34" charset="-122"/>
                <a:ea typeface="Microsoft YaHei" panose="020B0503020204020204" pitchFamily="34" charset="-122"/>
                <a:cs typeface="Space Mono" pitchFamily="34" charset="-120"/>
              </a:rPr>
              <a:t>INVITE CODE</a:t>
            </a:r>
            <a:endParaRPr lang="en-US" sz="1800" dirty="0">
              <a:latin typeface="맑은 고딕" panose="020B0503020000020004" pitchFamily="50" charset="-127"/>
            </a:endParaRPr>
          </a:p>
        </p:txBody>
      </p:sp>
      <p:sp>
        <p:nvSpPr>
          <p:cNvPr id="18" name="Shape 16"/>
          <p:cNvSpPr/>
          <p:nvPr/>
        </p:nvSpPr>
        <p:spPr>
          <a:xfrm>
            <a:off x="1714500" y="6505880"/>
            <a:ext cx="5044083" cy="19050"/>
          </a:xfrm>
          <a:prstGeom prst="rect">
            <a:avLst/>
          </a:prstGeom>
          <a:solidFill>
            <a:srgbClr val="B7AF9C"/>
          </a:solidFill>
          <a:ln/>
        </p:spPr>
        <p:txBody>
          <a:bodyPr/>
          <a:lstStyle/>
          <a:p>
            <a:endParaRPr lang="ko-KR" altLang="en-US"/>
          </a:p>
        </p:txBody>
      </p:sp>
      <p:sp>
        <p:nvSpPr>
          <p:cNvPr id="19" name="Text 17"/>
          <p:cNvSpPr/>
          <p:nvPr/>
        </p:nvSpPr>
        <p:spPr>
          <a:xfrm>
            <a:off x="1714500" y="5715305"/>
            <a:ext cx="5195405" cy="695325"/>
          </a:xfrm>
          <a:prstGeom prst="rect">
            <a:avLst/>
          </a:prstGeom>
          <a:noFill/>
          <a:ln/>
        </p:spPr>
        <p:txBody>
          <a:bodyPr wrap="square" lIns="25400" tIns="25400" rIns="25400" bIns="25400" rtlCol="0" anchor="t">
            <a:normAutofit/>
          </a:bodyPr>
          <a:lstStyle/>
          <a:p>
            <a:pPr marL="0" indent="0" algn="l">
              <a:buNone/>
            </a:pPr>
            <a:r>
              <a:rPr lang="en-US" sz="3450" b="1" kern="0" spc="483" dirty="0">
                <a:solidFill>
                  <a:srgbClr val="4A4A4A"/>
                </a:solidFill>
                <a:latin typeface="Microsoft YaHei" panose="020B0503020204020204" pitchFamily="34" charset="-122"/>
                <a:ea typeface="Microsoft YaHei" panose="020B0503020204020204" pitchFamily="34" charset="-122"/>
                <a:cs typeface="Space Mono" pitchFamily="34" charset="-120"/>
              </a:rPr>
              <a:t>TRIP-8KQ2</a:t>
            </a:r>
            <a:endParaRPr lang="en-US" sz="3450" dirty="0">
              <a:latin typeface="맑은 고딕" panose="020B0503020000020004" pitchFamily="50" charset="-127"/>
            </a:endParaRPr>
          </a:p>
        </p:txBody>
      </p:sp>
      <p:sp>
        <p:nvSpPr>
          <p:cNvPr id="20" name="Shape 18"/>
          <p:cNvSpPr/>
          <p:nvPr/>
        </p:nvSpPr>
        <p:spPr>
          <a:xfrm>
            <a:off x="1714500" y="6848780"/>
            <a:ext cx="609600" cy="609600"/>
          </a:xfrm>
          <a:prstGeom prst="ellipse">
            <a:avLst/>
          </a:prstGeom>
          <a:solidFill>
            <a:srgbClr val="8AA6C0"/>
          </a:solidFill>
          <a:ln w="28575">
            <a:solidFill>
              <a:srgbClr val="FBF8EF"/>
            </a:solidFill>
            <a:prstDash val="solid"/>
          </a:ln>
        </p:spPr>
        <p:txBody>
          <a:bodyPr/>
          <a:lstStyle/>
          <a:p>
            <a:endParaRPr lang="ko-KR" altLang="en-US"/>
          </a:p>
        </p:txBody>
      </p:sp>
      <p:sp>
        <p:nvSpPr>
          <p:cNvPr id="21" name="Text 19"/>
          <p:cNvSpPr/>
          <p:nvPr/>
        </p:nvSpPr>
        <p:spPr>
          <a:xfrm>
            <a:off x="1704975" y="6877355"/>
            <a:ext cx="628650" cy="59055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맑은 고딕" panose="020B0503020000020004" pitchFamily="50" charset="-127"/>
                <a:ea typeface="맑은 고딕" panose="020B0503020000020004" pitchFamily="50" charset="-127"/>
                <a:cs typeface="Pretendard" pitchFamily="34" charset="-120"/>
              </a:rPr>
              <a:t>민</a:t>
            </a:r>
            <a:endParaRPr lang="en-US" sz="1950" dirty="0">
              <a:latin typeface="맑은 고딕" panose="020B0503020000020004" pitchFamily="50" charset="-127"/>
            </a:endParaRPr>
          </a:p>
        </p:txBody>
      </p:sp>
      <p:sp>
        <p:nvSpPr>
          <p:cNvPr id="22" name="Shape 20"/>
          <p:cNvSpPr/>
          <p:nvPr/>
        </p:nvSpPr>
        <p:spPr>
          <a:xfrm>
            <a:off x="2190750" y="6848780"/>
            <a:ext cx="609600" cy="609600"/>
          </a:xfrm>
          <a:prstGeom prst="ellipse">
            <a:avLst/>
          </a:prstGeom>
          <a:solidFill>
            <a:srgbClr val="9CB0C4"/>
          </a:solidFill>
          <a:ln w="28575">
            <a:solidFill>
              <a:srgbClr val="FBF8EF"/>
            </a:solidFill>
            <a:prstDash val="solid"/>
          </a:ln>
        </p:spPr>
        <p:txBody>
          <a:bodyPr/>
          <a:lstStyle/>
          <a:p>
            <a:endParaRPr lang="ko-KR" altLang="en-US"/>
          </a:p>
        </p:txBody>
      </p:sp>
      <p:sp>
        <p:nvSpPr>
          <p:cNvPr id="23" name="Text 21"/>
          <p:cNvSpPr/>
          <p:nvPr/>
        </p:nvSpPr>
        <p:spPr>
          <a:xfrm>
            <a:off x="2181225" y="6877355"/>
            <a:ext cx="628650" cy="59055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맑은 고딕" panose="020B0503020000020004" pitchFamily="50" charset="-127"/>
                <a:ea typeface="맑은 고딕" panose="020B0503020000020004" pitchFamily="50" charset="-127"/>
                <a:cs typeface="Pretendard" pitchFamily="34" charset="-120"/>
              </a:rPr>
              <a:t>희</a:t>
            </a:r>
            <a:endParaRPr lang="en-US" sz="1950" dirty="0">
              <a:latin typeface="맑은 고딕" panose="020B0503020000020004" pitchFamily="50" charset="-127"/>
            </a:endParaRPr>
          </a:p>
        </p:txBody>
      </p:sp>
      <p:sp>
        <p:nvSpPr>
          <p:cNvPr id="24" name="Shape 22"/>
          <p:cNvSpPr/>
          <p:nvPr/>
        </p:nvSpPr>
        <p:spPr>
          <a:xfrm>
            <a:off x="2667000" y="6848780"/>
            <a:ext cx="609600" cy="609600"/>
          </a:xfrm>
          <a:prstGeom prst="ellipse">
            <a:avLst/>
          </a:prstGeom>
          <a:solidFill>
            <a:srgbClr val="B6A98F"/>
          </a:solidFill>
          <a:ln w="28575">
            <a:solidFill>
              <a:srgbClr val="FBF8EF"/>
            </a:solidFill>
            <a:prstDash val="solid"/>
          </a:ln>
        </p:spPr>
        <p:txBody>
          <a:bodyPr/>
          <a:lstStyle/>
          <a:p>
            <a:endParaRPr lang="ko-KR" altLang="en-US"/>
          </a:p>
        </p:txBody>
      </p:sp>
      <p:sp>
        <p:nvSpPr>
          <p:cNvPr id="25" name="Text 23"/>
          <p:cNvSpPr/>
          <p:nvPr/>
        </p:nvSpPr>
        <p:spPr>
          <a:xfrm>
            <a:off x="2657475" y="6877355"/>
            <a:ext cx="628650" cy="590550"/>
          </a:xfrm>
          <a:prstGeom prst="rect">
            <a:avLst/>
          </a:prstGeom>
          <a:noFill/>
          <a:ln/>
        </p:spPr>
        <p:txBody>
          <a:bodyPr wrap="square" lIns="25400" tIns="25400" rIns="25400" bIns="25400" rtlCol="0" anchor="ctr">
            <a:normAutofit/>
          </a:bodyPr>
          <a:lstStyle/>
          <a:p>
            <a:pPr marL="0" indent="0" algn="ctr">
              <a:buNone/>
            </a:pPr>
            <a:r>
              <a:rPr lang="en-US" sz="1950" b="1" dirty="0">
                <a:solidFill>
                  <a:srgbClr val="FBF8EF"/>
                </a:solidFill>
                <a:latin typeface="맑은 고딕" panose="020B0503020000020004" pitchFamily="50" charset="-127"/>
                <a:ea typeface="맑은 고딕" panose="020B0503020000020004" pitchFamily="50" charset="-127"/>
                <a:cs typeface="Pretendard" pitchFamily="34" charset="-120"/>
              </a:rPr>
              <a:t>준</a:t>
            </a:r>
            <a:endParaRPr lang="en-US" sz="1950" dirty="0">
              <a:latin typeface="맑은 고딕" panose="020B0503020000020004" pitchFamily="50" charset="-127"/>
            </a:endParaRPr>
          </a:p>
        </p:txBody>
      </p:sp>
      <p:sp>
        <p:nvSpPr>
          <p:cNvPr id="26" name="Shape 24"/>
          <p:cNvSpPr/>
          <p:nvPr/>
        </p:nvSpPr>
        <p:spPr>
          <a:xfrm>
            <a:off x="3143250" y="6848780"/>
            <a:ext cx="609600" cy="609600"/>
          </a:xfrm>
          <a:prstGeom prst="ellipse">
            <a:avLst/>
          </a:prstGeom>
          <a:solidFill>
            <a:srgbClr val="D8D3C4"/>
          </a:solidFill>
          <a:ln w="28575">
            <a:solidFill>
              <a:srgbClr val="FBF8EF"/>
            </a:solidFill>
            <a:prstDash val="solid"/>
          </a:ln>
        </p:spPr>
        <p:txBody>
          <a:bodyPr/>
          <a:lstStyle/>
          <a:p>
            <a:endParaRPr lang="ko-KR" altLang="en-US"/>
          </a:p>
        </p:txBody>
      </p:sp>
      <p:sp>
        <p:nvSpPr>
          <p:cNvPr id="27" name="Text 25"/>
          <p:cNvSpPr/>
          <p:nvPr/>
        </p:nvSpPr>
        <p:spPr>
          <a:xfrm>
            <a:off x="3133725" y="6877355"/>
            <a:ext cx="628650" cy="590550"/>
          </a:xfrm>
          <a:prstGeom prst="rect">
            <a:avLst/>
          </a:prstGeom>
          <a:noFill/>
          <a:ln/>
        </p:spPr>
        <p:txBody>
          <a:bodyPr wrap="square" lIns="25400" tIns="25400" rIns="25400" bIns="25400" rtlCol="0" anchor="ctr">
            <a:normAutofit/>
          </a:bodyPr>
          <a:lstStyle/>
          <a:p>
            <a:pPr marL="0" indent="0" algn="ctr">
              <a:buNone/>
            </a:pPr>
            <a:r>
              <a:rPr lang="en-US" sz="1950" b="1" dirty="0">
                <a:solidFill>
                  <a:srgbClr val="7C7768"/>
                </a:solidFill>
                <a:latin typeface="맑은 고딕" panose="020B0503020000020004" pitchFamily="50" charset="-127"/>
                <a:ea typeface="맑은 고딕" panose="020B0503020000020004" pitchFamily="50" charset="-127"/>
                <a:cs typeface="Pretendard" pitchFamily="34" charset="-120"/>
              </a:rPr>
              <a:t>+2</a:t>
            </a:r>
            <a:endParaRPr lang="en-US" sz="1950" dirty="0">
              <a:latin typeface="맑은 고딕" panose="020B0503020000020004" pitchFamily="50" charset="-127"/>
            </a:endParaRPr>
          </a:p>
        </p:txBody>
      </p:sp>
      <p:sp>
        <p:nvSpPr>
          <p:cNvPr id="28" name="Text 26"/>
          <p:cNvSpPr/>
          <p:nvPr/>
        </p:nvSpPr>
        <p:spPr>
          <a:xfrm>
            <a:off x="3924300" y="6996418"/>
            <a:ext cx="1246882"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dirty="0">
                <a:solidFill>
                  <a:srgbClr val="8C887C"/>
                </a:solidFill>
                <a:latin typeface="맑은 고딕" panose="020B0503020000020004" pitchFamily="50" charset="-127"/>
                <a:ea typeface="맑은 고딕" panose="020B0503020000020004" pitchFamily="50" charset="-127"/>
                <a:cs typeface="Pretendard" pitchFamily="34" charset="-120"/>
              </a:rPr>
              <a:t>5명 참여 중</a:t>
            </a:r>
            <a:endParaRPr lang="en-US" sz="2025" dirty="0">
              <a:latin typeface="맑은 고딕" panose="020B0503020000020004" pitchFamily="50" charset="-127"/>
            </a:endParaRPr>
          </a:p>
        </p:txBody>
      </p:sp>
      <p:sp>
        <p:nvSpPr>
          <p:cNvPr id="29" name="Shape 27"/>
          <p:cNvSpPr/>
          <p:nvPr/>
        </p:nvSpPr>
        <p:spPr>
          <a:xfrm>
            <a:off x="7406283" y="3467408"/>
            <a:ext cx="7281267" cy="4333875"/>
          </a:xfrm>
          <a:prstGeom prst="roundRect">
            <a:avLst>
              <a:gd name="adj" fmla="val 5275"/>
            </a:avLst>
          </a:prstGeom>
          <a:solidFill>
            <a:srgbClr val="ECE9DD"/>
          </a:solidFill>
          <a:ln/>
        </p:spPr>
        <p:txBody>
          <a:bodyPr/>
          <a:lstStyle/>
          <a:p>
            <a:endParaRPr lang="ko-KR" altLang="en-US"/>
          </a:p>
        </p:txBody>
      </p:sp>
      <p:sp>
        <p:nvSpPr>
          <p:cNvPr id="30" name="Shape 28"/>
          <p:cNvSpPr/>
          <p:nvPr/>
        </p:nvSpPr>
        <p:spPr>
          <a:xfrm>
            <a:off x="7768233" y="3810308"/>
            <a:ext cx="1314450" cy="381000"/>
          </a:xfrm>
          <a:prstGeom prst="roundRect">
            <a:avLst>
              <a:gd name="adj" fmla="val 50000"/>
            </a:avLst>
          </a:prstGeom>
          <a:solidFill>
            <a:srgbClr val="8AA6C0"/>
          </a:solidFill>
          <a:ln/>
        </p:spPr>
        <p:txBody>
          <a:bodyPr/>
          <a:lstStyle/>
          <a:p>
            <a:endParaRPr lang="ko-KR" altLang="en-US"/>
          </a:p>
        </p:txBody>
      </p:sp>
      <p:sp>
        <p:nvSpPr>
          <p:cNvPr id="31" name="Text 29"/>
          <p:cNvSpPr/>
          <p:nvPr/>
        </p:nvSpPr>
        <p:spPr>
          <a:xfrm>
            <a:off x="7939683" y="3878277"/>
            <a:ext cx="1055638" cy="38100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BF8EF"/>
                </a:solidFill>
                <a:latin typeface="Microsoft YaHei" panose="020B0503020204020204" pitchFamily="34" charset="-122"/>
                <a:ea typeface="Microsoft YaHei" panose="020B0503020204020204" pitchFamily="34" charset="-122"/>
                <a:cs typeface="Space Mono" pitchFamily="34" charset="-120"/>
              </a:rPr>
              <a:t>PERSONA</a:t>
            </a:r>
            <a:endParaRPr lang="en-US" sz="1800" dirty="0">
              <a:latin typeface="맑은 고딕" panose="020B0503020000020004" pitchFamily="50" charset="-127"/>
            </a:endParaRPr>
          </a:p>
        </p:txBody>
      </p:sp>
      <p:sp>
        <p:nvSpPr>
          <p:cNvPr id="32" name="Text 30"/>
          <p:cNvSpPr/>
          <p:nvPr/>
        </p:nvSpPr>
        <p:spPr>
          <a:xfrm>
            <a:off x="12830026" y="3905558"/>
            <a:ext cx="1645131" cy="32385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9A9486"/>
                </a:solidFill>
                <a:latin typeface="맑은 고딕" panose="020B0503020000020004" pitchFamily="50" charset="-127"/>
                <a:ea typeface="맑은 고딕" panose="020B0503020000020004" pitchFamily="50" charset="-127"/>
                <a:cs typeface="Pretendard" pitchFamily="34" charset="-120"/>
              </a:rPr>
              <a:t>5차원 성향 설문</a:t>
            </a:r>
            <a:endParaRPr lang="en-US" sz="1875" b="1" dirty="0">
              <a:latin typeface="맑은 고딕" panose="020B0503020000020004" pitchFamily="50" charset="-127"/>
            </a:endParaRPr>
          </a:p>
        </p:txBody>
      </p:sp>
      <p:sp>
        <p:nvSpPr>
          <p:cNvPr id="33" name="Text 31"/>
          <p:cNvSpPr/>
          <p:nvPr/>
        </p:nvSpPr>
        <p:spPr>
          <a:xfrm>
            <a:off x="7692033" y="4534208"/>
            <a:ext cx="1219200" cy="314325"/>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계획형</a:t>
            </a:r>
            <a:endParaRPr lang="en-US" sz="1800" dirty="0">
              <a:latin typeface="맑은 고딕" panose="020B0503020000020004" pitchFamily="50" charset="-127"/>
            </a:endParaRPr>
          </a:p>
        </p:txBody>
      </p:sp>
      <p:sp>
        <p:nvSpPr>
          <p:cNvPr id="34" name="Shape 32"/>
          <p:cNvSpPr/>
          <p:nvPr/>
        </p:nvSpPr>
        <p:spPr>
          <a:xfrm>
            <a:off x="9082683" y="4634221"/>
            <a:ext cx="3928467" cy="76200"/>
          </a:xfrm>
          <a:prstGeom prst="roundRect">
            <a:avLst>
              <a:gd name="adj" fmla="val 50000"/>
            </a:avLst>
          </a:prstGeom>
          <a:solidFill>
            <a:srgbClr val="D8D3C4"/>
          </a:solidFill>
          <a:ln/>
        </p:spPr>
        <p:txBody>
          <a:bodyPr/>
          <a:lstStyle/>
          <a:p>
            <a:endParaRPr lang="ko-KR" altLang="en-US"/>
          </a:p>
        </p:txBody>
      </p:sp>
      <p:sp>
        <p:nvSpPr>
          <p:cNvPr id="35" name="Shape 33"/>
          <p:cNvSpPr/>
          <p:nvPr/>
        </p:nvSpPr>
        <p:spPr>
          <a:xfrm>
            <a:off x="10461129" y="4558021"/>
            <a:ext cx="228600" cy="228600"/>
          </a:xfrm>
          <a:prstGeom prst="ellipse">
            <a:avLst/>
          </a:prstGeom>
          <a:solidFill>
            <a:srgbClr val="8AA6C0"/>
          </a:solidFill>
          <a:ln w="28575">
            <a:solidFill>
              <a:srgbClr val="FBF8EF"/>
            </a:solidFill>
            <a:prstDash val="solid"/>
          </a:ln>
        </p:spPr>
        <p:txBody>
          <a:bodyPr/>
          <a:lstStyle/>
          <a:p>
            <a:endParaRPr lang="ko-KR" altLang="en-US"/>
          </a:p>
        </p:txBody>
      </p:sp>
      <p:sp>
        <p:nvSpPr>
          <p:cNvPr id="36" name="Text 34"/>
          <p:cNvSpPr/>
          <p:nvPr/>
        </p:nvSpPr>
        <p:spPr>
          <a:xfrm>
            <a:off x="13182600" y="4534208"/>
            <a:ext cx="1219200"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즉흥형</a:t>
            </a:r>
            <a:endParaRPr lang="en-US" sz="1800" dirty="0">
              <a:latin typeface="맑은 고딕" panose="020B0503020000020004" pitchFamily="50" charset="-127"/>
            </a:endParaRPr>
          </a:p>
        </p:txBody>
      </p:sp>
      <p:sp>
        <p:nvSpPr>
          <p:cNvPr id="37" name="Text 35"/>
          <p:cNvSpPr/>
          <p:nvPr/>
        </p:nvSpPr>
        <p:spPr>
          <a:xfrm>
            <a:off x="7692033" y="5000933"/>
            <a:ext cx="1219200" cy="314325"/>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액티비티</a:t>
            </a:r>
            <a:endParaRPr lang="en-US" sz="1800" dirty="0">
              <a:latin typeface="맑은 고딕" panose="020B0503020000020004" pitchFamily="50" charset="-127"/>
            </a:endParaRPr>
          </a:p>
        </p:txBody>
      </p:sp>
      <p:sp>
        <p:nvSpPr>
          <p:cNvPr id="38" name="Shape 36"/>
          <p:cNvSpPr/>
          <p:nvPr/>
        </p:nvSpPr>
        <p:spPr>
          <a:xfrm>
            <a:off x="9082683" y="5100946"/>
            <a:ext cx="3928467" cy="76200"/>
          </a:xfrm>
          <a:prstGeom prst="roundRect">
            <a:avLst>
              <a:gd name="adj" fmla="val 50000"/>
            </a:avLst>
          </a:prstGeom>
          <a:solidFill>
            <a:srgbClr val="D8D3C4"/>
          </a:solidFill>
          <a:ln/>
        </p:spPr>
        <p:txBody>
          <a:bodyPr/>
          <a:lstStyle/>
          <a:p>
            <a:endParaRPr lang="ko-KR" altLang="en-US"/>
          </a:p>
        </p:txBody>
      </p:sp>
      <p:sp>
        <p:nvSpPr>
          <p:cNvPr id="39" name="Shape 37"/>
          <p:cNvSpPr/>
          <p:nvPr/>
        </p:nvSpPr>
        <p:spPr>
          <a:xfrm>
            <a:off x="11561118" y="5024746"/>
            <a:ext cx="228600" cy="228600"/>
          </a:xfrm>
          <a:prstGeom prst="ellipse">
            <a:avLst/>
          </a:prstGeom>
          <a:solidFill>
            <a:srgbClr val="8AA6C0"/>
          </a:solidFill>
          <a:ln w="28575">
            <a:solidFill>
              <a:srgbClr val="FBF8EF"/>
            </a:solidFill>
            <a:prstDash val="solid"/>
          </a:ln>
        </p:spPr>
        <p:txBody>
          <a:bodyPr/>
          <a:lstStyle/>
          <a:p>
            <a:endParaRPr lang="ko-KR" altLang="en-US"/>
          </a:p>
        </p:txBody>
      </p:sp>
      <p:sp>
        <p:nvSpPr>
          <p:cNvPr id="40" name="Text 38"/>
          <p:cNvSpPr/>
          <p:nvPr/>
        </p:nvSpPr>
        <p:spPr>
          <a:xfrm>
            <a:off x="13182600" y="5000933"/>
            <a:ext cx="1219200"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휴식</a:t>
            </a:r>
            <a:endParaRPr lang="en-US" sz="1800" dirty="0">
              <a:latin typeface="맑은 고딕" panose="020B0503020000020004" pitchFamily="50" charset="-127"/>
            </a:endParaRPr>
          </a:p>
        </p:txBody>
      </p:sp>
      <p:sp>
        <p:nvSpPr>
          <p:cNvPr id="41" name="Text 39"/>
          <p:cNvSpPr/>
          <p:nvPr/>
        </p:nvSpPr>
        <p:spPr>
          <a:xfrm>
            <a:off x="7692033" y="5467658"/>
            <a:ext cx="1219200" cy="314325"/>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맛집</a:t>
            </a:r>
            <a:endParaRPr lang="en-US" sz="1800" dirty="0">
              <a:latin typeface="맑은 고딕" panose="020B0503020000020004" pitchFamily="50" charset="-127"/>
            </a:endParaRPr>
          </a:p>
        </p:txBody>
      </p:sp>
      <p:sp>
        <p:nvSpPr>
          <p:cNvPr id="42" name="Shape 40"/>
          <p:cNvSpPr/>
          <p:nvPr/>
        </p:nvSpPr>
        <p:spPr>
          <a:xfrm>
            <a:off x="9082683" y="5567671"/>
            <a:ext cx="3928467" cy="76200"/>
          </a:xfrm>
          <a:prstGeom prst="roundRect">
            <a:avLst>
              <a:gd name="adj" fmla="val 50000"/>
            </a:avLst>
          </a:prstGeom>
          <a:solidFill>
            <a:srgbClr val="D8D3C4"/>
          </a:solidFill>
          <a:ln/>
        </p:spPr>
        <p:txBody>
          <a:bodyPr/>
          <a:lstStyle/>
          <a:p>
            <a:endParaRPr lang="ko-KR" altLang="en-US"/>
          </a:p>
        </p:txBody>
      </p:sp>
      <p:sp>
        <p:nvSpPr>
          <p:cNvPr id="43" name="Shape 41"/>
          <p:cNvSpPr/>
          <p:nvPr/>
        </p:nvSpPr>
        <p:spPr>
          <a:xfrm>
            <a:off x="10068223" y="5491471"/>
            <a:ext cx="228600" cy="228600"/>
          </a:xfrm>
          <a:prstGeom prst="ellipse">
            <a:avLst/>
          </a:prstGeom>
          <a:solidFill>
            <a:srgbClr val="8AA6C0"/>
          </a:solidFill>
          <a:ln w="28575">
            <a:solidFill>
              <a:srgbClr val="FBF8EF"/>
            </a:solidFill>
            <a:prstDash val="solid"/>
          </a:ln>
        </p:spPr>
        <p:txBody>
          <a:bodyPr/>
          <a:lstStyle/>
          <a:p>
            <a:endParaRPr lang="ko-KR" altLang="en-US"/>
          </a:p>
        </p:txBody>
      </p:sp>
      <p:sp>
        <p:nvSpPr>
          <p:cNvPr id="44" name="Text 42"/>
          <p:cNvSpPr/>
          <p:nvPr/>
        </p:nvSpPr>
        <p:spPr>
          <a:xfrm>
            <a:off x="13182600" y="5467658"/>
            <a:ext cx="1219200"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가성비</a:t>
            </a:r>
            <a:endParaRPr lang="en-US" sz="1800" dirty="0">
              <a:latin typeface="맑은 고딕" panose="020B0503020000020004" pitchFamily="50" charset="-127"/>
            </a:endParaRPr>
          </a:p>
        </p:txBody>
      </p:sp>
      <p:sp>
        <p:nvSpPr>
          <p:cNvPr id="45" name="Text 43"/>
          <p:cNvSpPr/>
          <p:nvPr/>
        </p:nvSpPr>
        <p:spPr>
          <a:xfrm>
            <a:off x="7692033" y="5934383"/>
            <a:ext cx="1219200" cy="314325"/>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도심</a:t>
            </a:r>
            <a:endParaRPr lang="en-US" sz="1800" dirty="0">
              <a:latin typeface="맑은 고딕" panose="020B0503020000020004" pitchFamily="50" charset="-127"/>
            </a:endParaRPr>
          </a:p>
        </p:txBody>
      </p:sp>
      <p:sp>
        <p:nvSpPr>
          <p:cNvPr id="46" name="Shape 44"/>
          <p:cNvSpPr/>
          <p:nvPr/>
        </p:nvSpPr>
        <p:spPr>
          <a:xfrm>
            <a:off x="9082683" y="6034396"/>
            <a:ext cx="3928467" cy="76200"/>
          </a:xfrm>
          <a:prstGeom prst="roundRect">
            <a:avLst>
              <a:gd name="adj" fmla="val 50000"/>
            </a:avLst>
          </a:prstGeom>
          <a:solidFill>
            <a:srgbClr val="D8D3C4"/>
          </a:solidFill>
          <a:ln/>
        </p:spPr>
        <p:txBody>
          <a:bodyPr/>
          <a:lstStyle/>
          <a:p>
            <a:endParaRPr lang="ko-KR" altLang="en-US"/>
          </a:p>
        </p:txBody>
      </p:sp>
      <p:sp>
        <p:nvSpPr>
          <p:cNvPr id="47" name="Shape 45"/>
          <p:cNvSpPr/>
          <p:nvPr/>
        </p:nvSpPr>
        <p:spPr>
          <a:xfrm>
            <a:off x="11089630" y="5958196"/>
            <a:ext cx="228600" cy="228600"/>
          </a:xfrm>
          <a:prstGeom prst="ellipse">
            <a:avLst/>
          </a:prstGeom>
          <a:solidFill>
            <a:srgbClr val="8AA6C0"/>
          </a:solidFill>
          <a:ln w="28575">
            <a:solidFill>
              <a:srgbClr val="FBF8EF"/>
            </a:solidFill>
            <a:prstDash val="solid"/>
          </a:ln>
        </p:spPr>
        <p:txBody>
          <a:bodyPr/>
          <a:lstStyle/>
          <a:p>
            <a:endParaRPr lang="ko-KR" altLang="en-US"/>
          </a:p>
        </p:txBody>
      </p:sp>
      <p:sp>
        <p:nvSpPr>
          <p:cNvPr id="48" name="Text 46"/>
          <p:cNvSpPr/>
          <p:nvPr/>
        </p:nvSpPr>
        <p:spPr>
          <a:xfrm>
            <a:off x="13182600" y="5934383"/>
            <a:ext cx="1219200"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자연</a:t>
            </a:r>
            <a:endParaRPr lang="en-US" sz="1800" dirty="0">
              <a:latin typeface="맑은 고딕" panose="020B0503020000020004" pitchFamily="50" charset="-127"/>
            </a:endParaRPr>
          </a:p>
        </p:txBody>
      </p:sp>
      <p:sp>
        <p:nvSpPr>
          <p:cNvPr id="49" name="Shape 47"/>
          <p:cNvSpPr/>
          <p:nvPr/>
        </p:nvSpPr>
        <p:spPr>
          <a:xfrm>
            <a:off x="7768233" y="6477308"/>
            <a:ext cx="6557367" cy="904875"/>
          </a:xfrm>
          <a:prstGeom prst="roundRect">
            <a:avLst>
              <a:gd name="adj" fmla="val 16842"/>
            </a:avLst>
          </a:prstGeom>
          <a:solidFill>
            <a:srgbClr val="FBF8EF"/>
          </a:solidFill>
          <a:ln w="19050">
            <a:solidFill>
              <a:srgbClr val="C7BFA9"/>
            </a:solidFill>
            <a:prstDash val="dash"/>
          </a:ln>
        </p:spPr>
        <p:txBody>
          <a:bodyPr/>
          <a:lstStyle/>
          <a:p>
            <a:endParaRPr lang="ko-KR" altLang="en-US"/>
          </a:p>
        </p:txBody>
      </p:sp>
      <p:sp>
        <p:nvSpPr>
          <p:cNvPr id="50" name="Text 48"/>
          <p:cNvSpPr/>
          <p:nvPr/>
        </p:nvSpPr>
        <p:spPr>
          <a:xfrm>
            <a:off x="8034933" y="6758295"/>
            <a:ext cx="597545" cy="38100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9A9486"/>
                </a:solidFill>
                <a:latin typeface="Microsoft YaHei" panose="020B0503020204020204" pitchFamily="34" charset="-122"/>
                <a:ea typeface="Microsoft YaHei" panose="020B0503020204020204" pitchFamily="34" charset="-122"/>
                <a:cs typeface="Space Mono" pitchFamily="34" charset="-120"/>
              </a:rPr>
              <a:t>평균</a:t>
            </a:r>
            <a:endParaRPr lang="en-US" sz="1800" dirty="0">
              <a:latin typeface="맑은 고딕" panose="020B0503020000020004" pitchFamily="50" charset="-127"/>
            </a:endParaRPr>
          </a:p>
        </p:txBody>
      </p:sp>
      <p:sp>
        <p:nvSpPr>
          <p:cNvPr id="51" name="Text 49"/>
          <p:cNvSpPr/>
          <p:nvPr/>
        </p:nvSpPr>
        <p:spPr>
          <a:xfrm>
            <a:off x="8775770" y="6758295"/>
            <a:ext cx="3592637" cy="523875"/>
          </a:xfrm>
          <a:prstGeom prst="rect">
            <a:avLst/>
          </a:prstGeom>
          <a:noFill/>
          <a:ln/>
        </p:spPr>
        <p:txBody>
          <a:bodyPr wrap="square" lIns="25400" tIns="25400" rIns="25400" bIns="25400" rtlCol="0" anchor="t">
            <a:normAutofit/>
          </a:bodyPr>
          <a:lstStyle/>
          <a:p>
            <a:pPr marL="0" indent="0" algn="l">
              <a:buNone/>
            </a:pPr>
            <a:r>
              <a:rPr lang="en-US" sz="2000" dirty="0">
                <a:solidFill>
                  <a:srgbClr val="7E97B3"/>
                </a:solidFill>
                <a:latin typeface="맑은 고딕" panose="020B0503020000020004" pitchFamily="50" charset="-127"/>
                <a:ea typeface="맑은 고딕" panose="020B0503020000020004" pitchFamily="50" charset="-127"/>
                <a:cs typeface="Black Han Sans" pitchFamily="34" charset="-120"/>
              </a:rPr>
              <a:t>맛집 탐방형 · 알뜰 여행러</a:t>
            </a:r>
            <a:endParaRPr lang="en-US" sz="2000" dirty="0">
              <a:latin typeface="맑은 고딕" panose="020B0503020000020004" pitchFamily="50" charset="-127"/>
            </a:endParaRPr>
          </a:p>
        </p:txBody>
      </p:sp>
      <p:sp>
        <p:nvSpPr>
          <p:cNvPr id="52" name="Text 4">
            <a:extLst>
              <a:ext uri="{FF2B5EF4-FFF2-40B4-BE49-F238E27FC236}">
                <a16:creationId xmlns:a16="http://schemas.microsoft.com/office/drawing/2014/main" id="{4DF0C527-185D-4D39-9113-1A6E90D03C46}"/>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53" name="Text 5">
            <a:extLst>
              <a:ext uri="{FF2B5EF4-FFF2-40B4-BE49-F238E27FC236}">
                <a16:creationId xmlns:a16="http://schemas.microsoft.com/office/drawing/2014/main" id="{DB2D3805-1BD5-48E7-B31D-9BCCA917DC9F}"/>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7405137"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Feature 02 · Places</a:t>
            </a:r>
            <a:endParaRPr lang="en-US" sz="2550" dirty="0">
              <a:latin typeface="맑은 고딕" panose="020B0503020000020004" pitchFamily="50" charset="-127"/>
            </a:endParaRPr>
          </a:p>
        </p:txBody>
      </p:sp>
      <p:sp>
        <p:nvSpPr>
          <p:cNvPr id="11" name="Text 9"/>
          <p:cNvSpPr/>
          <p:nvPr/>
        </p:nvSpPr>
        <p:spPr>
          <a:xfrm>
            <a:off x="1352550" y="1762125"/>
            <a:ext cx="7405137" cy="895350"/>
          </a:xfrm>
          <a:prstGeom prst="rect">
            <a:avLst/>
          </a:prstGeom>
          <a:noFill/>
          <a:ln/>
        </p:spPr>
        <p:txBody>
          <a:bodyPr wrap="square" lIns="25400" tIns="25400" rIns="25400" bIns="25400" rtlCol="0" anchor="t">
            <a:normAutofit/>
          </a:bodyPr>
          <a:lstStyle/>
          <a:p>
            <a:pPr marL="0" indent="0" algn="l">
              <a:buNone/>
            </a:pPr>
            <a:r>
              <a:rPr lang="en-US" sz="4600" b="1" dirty="0">
                <a:solidFill>
                  <a:srgbClr val="4A4A4A"/>
                </a:solidFill>
                <a:latin typeface="맑은 고딕" panose="020B0503020000020004" pitchFamily="50" charset="-127"/>
                <a:ea typeface="맑은 고딕" panose="020B0503020000020004" pitchFamily="50" charset="-127"/>
                <a:cs typeface="Black Han Sans" pitchFamily="34" charset="-120"/>
              </a:rPr>
              <a:t>장소 검색과 AI 리뷰 요약</a:t>
            </a:r>
            <a:endParaRPr lang="en-US" sz="46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09</a:t>
            </a:r>
            <a:endParaRPr lang="en-US" sz="1950" b="1" dirty="0">
              <a:latin typeface="맑은 고딕" panose="020B0503020000020004" pitchFamily="50" charset="-127"/>
            </a:endParaRPr>
          </a:p>
        </p:txBody>
      </p:sp>
      <p:sp>
        <p:nvSpPr>
          <p:cNvPr id="13" name="Shape 11"/>
          <p:cNvSpPr/>
          <p:nvPr/>
        </p:nvSpPr>
        <p:spPr>
          <a:xfrm>
            <a:off x="1352550" y="3019425"/>
            <a:ext cx="7503319" cy="685800"/>
          </a:xfrm>
          <a:prstGeom prst="roundRect">
            <a:avLst>
              <a:gd name="adj" fmla="val 22222"/>
            </a:avLst>
          </a:prstGeom>
          <a:solidFill>
            <a:srgbClr val="ECE9DD"/>
          </a:solidFill>
          <a:ln/>
        </p:spPr>
        <p:txBody>
          <a:bodyPr/>
          <a:lstStyle/>
          <a:p>
            <a:endParaRPr lang="ko-KR" altLang="en-US"/>
          </a:p>
        </p:txBody>
      </p:sp>
      <p:pic>
        <p:nvPicPr>
          <p:cNvPr id="14"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00200" y="3219450"/>
            <a:ext cx="285750" cy="285750"/>
          </a:xfrm>
          <a:prstGeom prst="rect">
            <a:avLst/>
          </a:prstGeom>
        </p:spPr>
      </p:pic>
      <p:sp>
        <p:nvSpPr>
          <p:cNvPr id="15" name="Text 12"/>
          <p:cNvSpPr/>
          <p:nvPr/>
        </p:nvSpPr>
        <p:spPr>
          <a:xfrm>
            <a:off x="2065322" y="3226917"/>
            <a:ext cx="1339483" cy="361950"/>
          </a:xfrm>
          <a:prstGeom prst="rect">
            <a:avLst/>
          </a:prstGeom>
          <a:noFill/>
          <a:ln/>
        </p:spPr>
        <p:txBody>
          <a:bodyPr wrap="square" lIns="25400" tIns="25400" rIns="25400" bIns="25400" rtlCol="0" anchor="t">
            <a:normAutofit fontScale="85000" lnSpcReduction="10000"/>
          </a:bodyPr>
          <a:lstStyle/>
          <a:p>
            <a:pPr marL="0" indent="0" algn="l">
              <a:buNone/>
            </a:pPr>
            <a:r>
              <a:rPr lang="en-US" sz="2100" dirty="0">
                <a:solidFill>
                  <a:srgbClr val="6E6A60"/>
                </a:solidFill>
                <a:latin typeface="맑은 고딕" panose="020B0503020000020004" pitchFamily="50" charset="-127"/>
                <a:ea typeface="맑은 고딕" panose="020B0503020000020004" pitchFamily="50" charset="-127"/>
                <a:cs typeface="Pretendard" pitchFamily="34" charset="-120"/>
              </a:rPr>
              <a:t>성심당 본점</a:t>
            </a:r>
            <a:endParaRPr lang="en-US" sz="2100" dirty="0">
              <a:latin typeface="맑은 고딕" panose="020B0503020000020004" pitchFamily="50" charset="-127"/>
            </a:endParaRPr>
          </a:p>
        </p:txBody>
      </p:sp>
      <p:sp>
        <p:nvSpPr>
          <p:cNvPr id="16" name="Text 13"/>
          <p:cNvSpPr/>
          <p:nvPr/>
        </p:nvSpPr>
        <p:spPr>
          <a:xfrm>
            <a:off x="6432798" y="3190875"/>
            <a:ext cx="2392963" cy="38100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A9A395"/>
                </a:solidFill>
                <a:latin typeface="Microsoft YaHei" panose="020B0503020204020204" pitchFamily="34" charset="-122"/>
                <a:ea typeface="Microsoft YaHei" panose="020B0503020204020204" pitchFamily="34" charset="-122"/>
                <a:cs typeface="Space Mono" pitchFamily="34" charset="-120"/>
              </a:rPr>
              <a:t>GOOGLE PLACES</a:t>
            </a:r>
            <a:endParaRPr lang="en-US" sz="1800" dirty="0">
              <a:latin typeface="맑은 고딕" panose="020B0503020000020004" pitchFamily="50" charset="-127"/>
            </a:endParaRPr>
          </a:p>
        </p:txBody>
      </p:sp>
      <p:sp>
        <p:nvSpPr>
          <p:cNvPr id="17" name="Shape 14"/>
          <p:cNvSpPr/>
          <p:nvPr/>
        </p:nvSpPr>
        <p:spPr>
          <a:xfrm>
            <a:off x="1352550" y="3914775"/>
            <a:ext cx="7503319" cy="1409700"/>
          </a:xfrm>
          <a:prstGeom prst="roundRect">
            <a:avLst>
              <a:gd name="adj" fmla="val 13514"/>
            </a:avLst>
          </a:prstGeom>
          <a:solidFill>
            <a:srgbClr val="ECE9DD"/>
          </a:solidFill>
          <a:ln/>
        </p:spPr>
        <p:txBody>
          <a:bodyPr/>
          <a:lstStyle/>
          <a:p>
            <a:endParaRPr lang="ko-KR" altLang="en-US"/>
          </a:p>
        </p:txBody>
      </p:sp>
      <p:sp>
        <p:nvSpPr>
          <p:cNvPr id="18" name="Shape 15"/>
          <p:cNvSpPr/>
          <p:nvPr/>
        </p:nvSpPr>
        <p:spPr>
          <a:xfrm>
            <a:off x="1543050" y="4105275"/>
            <a:ext cx="1028700" cy="1028700"/>
          </a:xfrm>
          <a:prstGeom prst="roundRect">
            <a:avLst>
              <a:gd name="adj" fmla="val 12963"/>
            </a:avLst>
          </a:prstGeom>
          <a:blipFill>
            <a:blip r:embed="rId5"/>
            <a:stretch>
              <a:fillRect/>
            </a:stretch>
          </a:blipFill>
          <a:ln/>
        </p:spPr>
        <p:txBody>
          <a:bodyPr/>
          <a:lstStyle/>
          <a:p>
            <a:endParaRPr lang="ko-KR" altLang="en-US"/>
          </a:p>
        </p:txBody>
      </p:sp>
      <p:sp>
        <p:nvSpPr>
          <p:cNvPr id="19" name="Text 16"/>
          <p:cNvSpPr/>
          <p:nvPr/>
        </p:nvSpPr>
        <p:spPr>
          <a:xfrm>
            <a:off x="1504950" y="4105275"/>
            <a:ext cx="1104900" cy="1066800"/>
          </a:xfrm>
          <a:prstGeom prst="rect">
            <a:avLst/>
          </a:prstGeom>
          <a:noFill/>
          <a:ln/>
        </p:spPr>
        <p:txBody>
          <a:bodyPr wrap="square" lIns="25400" tIns="25400" rIns="25400" bIns="25400" rtlCol="0" anchor="ctr">
            <a:normAutofit/>
          </a:bodyPr>
          <a:lstStyle/>
          <a:p>
            <a:pPr marL="0" indent="0" algn="ctr">
              <a:buNone/>
            </a:pPr>
            <a:r>
              <a:rPr lang="en-US" sz="1800" dirty="0">
                <a:solidFill>
                  <a:srgbClr val="A29C8C"/>
                </a:solidFill>
                <a:latin typeface="Microsoft YaHei" panose="020B0503020204020204" pitchFamily="34" charset="-122"/>
                <a:ea typeface="Microsoft YaHei" panose="020B0503020204020204" pitchFamily="34" charset="-122"/>
                <a:cs typeface="Space Mono" pitchFamily="34" charset="-120"/>
              </a:rPr>
              <a:t>사진</a:t>
            </a:r>
            <a:endParaRPr lang="en-US" sz="1800" dirty="0">
              <a:latin typeface="맑은 고딕" panose="020B0503020000020004" pitchFamily="50" charset="-127"/>
            </a:endParaRPr>
          </a:p>
        </p:txBody>
      </p:sp>
      <p:sp>
        <p:nvSpPr>
          <p:cNvPr id="20" name="Text 17"/>
          <p:cNvSpPr/>
          <p:nvPr/>
        </p:nvSpPr>
        <p:spPr>
          <a:xfrm>
            <a:off x="2781300" y="4195763"/>
            <a:ext cx="5927646" cy="40005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4A4A4A"/>
                </a:solidFill>
                <a:latin typeface="맑은 고딕" panose="020B0503020000020004" pitchFamily="50" charset="-127"/>
                <a:ea typeface="맑은 고딕" panose="020B0503020000020004" pitchFamily="50" charset="-127"/>
                <a:cs typeface="Pretendard" pitchFamily="34" charset="-120"/>
              </a:rPr>
              <a:t>성심당 케이크부띠끄</a:t>
            </a:r>
            <a:endParaRPr lang="en-US" sz="2400" dirty="0">
              <a:latin typeface="맑은 고딕" panose="020B0503020000020004" pitchFamily="50" charset="-127"/>
            </a:endParaRPr>
          </a:p>
        </p:txBody>
      </p:sp>
      <p:sp>
        <p:nvSpPr>
          <p:cNvPr id="21" name="Shape 18"/>
          <p:cNvSpPr/>
          <p:nvPr/>
        </p:nvSpPr>
        <p:spPr>
          <a:xfrm>
            <a:off x="2781300" y="4672013"/>
            <a:ext cx="699939" cy="371475"/>
          </a:xfrm>
          <a:prstGeom prst="roundRect">
            <a:avLst>
              <a:gd name="adj" fmla="val 50000"/>
            </a:avLst>
          </a:prstGeom>
          <a:solidFill>
            <a:srgbClr val="C2876B"/>
          </a:solidFill>
          <a:ln/>
        </p:spPr>
        <p:txBody>
          <a:bodyPr/>
          <a:lstStyle/>
          <a:p>
            <a:endParaRPr lang="ko-KR" altLang="en-US"/>
          </a:p>
        </p:txBody>
      </p:sp>
      <p:sp>
        <p:nvSpPr>
          <p:cNvPr id="22" name="Text 19"/>
          <p:cNvSpPr/>
          <p:nvPr/>
        </p:nvSpPr>
        <p:spPr>
          <a:xfrm>
            <a:off x="2916957" y="4741462"/>
            <a:ext cx="471339"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BF8EF"/>
                </a:solidFill>
                <a:latin typeface="맑은 고딕" panose="020B0503020000020004" pitchFamily="50" charset="-127"/>
                <a:ea typeface="맑은 고딕" panose="020B0503020000020004" pitchFamily="50" charset="-127"/>
                <a:cs typeface="Pretendard" pitchFamily="34" charset="-120"/>
              </a:rPr>
              <a:t>맛집</a:t>
            </a:r>
            <a:endParaRPr lang="en-US" sz="1800" dirty="0">
              <a:latin typeface="맑은 고딕" panose="020B0503020000020004" pitchFamily="50" charset="-127"/>
            </a:endParaRPr>
          </a:p>
        </p:txBody>
      </p:sp>
      <p:sp>
        <p:nvSpPr>
          <p:cNvPr id="23" name="Text 20"/>
          <p:cNvSpPr/>
          <p:nvPr/>
        </p:nvSpPr>
        <p:spPr>
          <a:xfrm>
            <a:off x="3595539" y="4714875"/>
            <a:ext cx="73297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6E6A60"/>
                </a:solidFill>
                <a:latin typeface="맑은 고딕" panose="020B0503020000020004" pitchFamily="50" charset="-127"/>
                <a:ea typeface="맑은 고딕" panose="020B0503020000020004" pitchFamily="50" charset="-127"/>
                <a:cs typeface="Pretendard" pitchFamily="34" charset="-120"/>
              </a:rPr>
              <a:t>★ 4.6</a:t>
            </a:r>
            <a:endParaRPr lang="en-US" sz="1875" dirty="0">
              <a:latin typeface="맑은 고딕" panose="020B0503020000020004" pitchFamily="50" charset="-127"/>
            </a:endParaRPr>
          </a:p>
        </p:txBody>
      </p:sp>
      <p:sp>
        <p:nvSpPr>
          <p:cNvPr id="24" name="Text 21"/>
          <p:cNvSpPr/>
          <p:nvPr/>
        </p:nvSpPr>
        <p:spPr>
          <a:xfrm>
            <a:off x="4366617" y="4719638"/>
            <a:ext cx="1148507"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A29C8C"/>
                </a:solidFill>
                <a:latin typeface="맑은 고딕" panose="020B0503020000020004" pitchFamily="50" charset="-127"/>
                <a:ea typeface="맑은 고딕" panose="020B0503020000020004" pitchFamily="50" charset="-127"/>
                <a:cs typeface="Pretendard" pitchFamily="34" charset="-120"/>
              </a:rPr>
              <a:t>리뷰 1,240</a:t>
            </a:r>
            <a:endParaRPr lang="en-US" sz="1800" dirty="0">
              <a:latin typeface="맑은 고딕" panose="020B0503020000020004" pitchFamily="50" charset="-127"/>
            </a:endParaRPr>
          </a:p>
        </p:txBody>
      </p:sp>
      <p:pic>
        <p:nvPicPr>
          <p:cNvPr id="25" name="Image 1"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79619" y="4476750"/>
            <a:ext cx="285750" cy="285750"/>
          </a:xfrm>
          <a:prstGeom prst="rect">
            <a:avLst/>
          </a:prstGeom>
        </p:spPr>
      </p:pic>
      <p:sp>
        <p:nvSpPr>
          <p:cNvPr id="26" name="Shape 22"/>
          <p:cNvSpPr/>
          <p:nvPr/>
        </p:nvSpPr>
        <p:spPr>
          <a:xfrm>
            <a:off x="1352550" y="5495925"/>
            <a:ext cx="7503319" cy="1409700"/>
          </a:xfrm>
          <a:prstGeom prst="roundRect">
            <a:avLst>
              <a:gd name="adj" fmla="val 13514"/>
            </a:avLst>
          </a:prstGeom>
          <a:solidFill>
            <a:srgbClr val="ECE9DD"/>
          </a:solidFill>
          <a:ln/>
        </p:spPr>
        <p:txBody>
          <a:bodyPr/>
          <a:lstStyle/>
          <a:p>
            <a:endParaRPr lang="ko-KR" altLang="en-US"/>
          </a:p>
        </p:txBody>
      </p:sp>
      <p:sp>
        <p:nvSpPr>
          <p:cNvPr id="27" name="Shape 23"/>
          <p:cNvSpPr/>
          <p:nvPr/>
        </p:nvSpPr>
        <p:spPr>
          <a:xfrm>
            <a:off x="1543050" y="5686425"/>
            <a:ext cx="1028700" cy="1028700"/>
          </a:xfrm>
          <a:prstGeom prst="roundRect">
            <a:avLst>
              <a:gd name="adj" fmla="val 12963"/>
            </a:avLst>
          </a:prstGeom>
          <a:blipFill>
            <a:blip r:embed="rId7"/>
            <a:stretch>
              <a:fillRect/>
            </a:stretch>
          </a:blipFill>
          <a:ln/>
        </p:spPr>
        <p:txBody>
          <a:bodyPr/>
          <a:lstStyle/>
          <a:p>
            <a:endParaRPr lang="ko-KR" altLang="en-US"/>
          </a:p>
        </p:txBody>
      </p:sp>
      <p:sp>
        <p:nvSpPr>
          <p:cNvPr id="28" name="Text 24"/>
          <p:cNvSpPr/>
          <p:nvPr/>
        </p:nvSpPr>
        <p:spPr>
          <a:xfrm>
            <a:off x="1504950" y="5686425"/>
            <a:ext cx="1104900" cy="1066800"/>
          </a:xfrm>
          <a:prstGeom prst="rect">
            <a:avLst/>
          </a:prstGeom>
          <a:noFill/>
          <a:ln/>
        </p:spPr>
        <p:txBody>
          <a:bodyPr wrap="square" lIns="25400" tIns="25400" rIns="25400" bIns="25400" rtlCol="0" anchor="ctr">
            <a:normAutofit/>
          </a:bodyPr>
          <a:lstStyle/>
          <a:p>
            <a:pPr marL="0" indent="0" algn="ctr">
              <a:buNone/>
            </a:pPr>
            <a:r>
              <a:rPr lang="en-US" sz="1800" dirty="0">
                <a:solidFill>
                  <a:srgbClr val="A29C8C"/>
                </a:solidFill>
                <a:latin typeface="Microsoft YaHei" panose="020B0503020204020204" pitchFamily="34" charset="-122"/>
                <a:ea typeface="Microsoft YaHei" panose="020B0503020204020204" pitchFamily="34" charset="-122"/>
                <a:cs typeface="Space Mono" pitchFamily="34" charset="-120"/>
              </a:rPr>
              <a:t>사진</a:t>
            </a:r>
            <a:endParaRPr lang="en-US" sz="1800" dirty="0">
              <a:latin typeface="맑은 고딕" panose="020B0503020000020004" pitchFamily="50" charset="-127"/>
            </a:endParaRPr>
          </a:p>
        </p:txBody>
      </p:sp>
      <p:sp>
        <p:nvSpPr>
          <p:cNvPr id="29" name="Text 25"/>
          <p:cNvSpPr/>
          <p:nvPr/>
        </p:nvSpPr>
        <p:spPr>
          <a:xfrm>
            <a:off x="2781300" y="5776913"/>
            <a:ext cx="5927646" cy="400050"/>
          </a:xfrm>
          <a:prstGeom prst="rect">
            <a:avLst/>
          </a:prstGeom>
          <a:noFill/>
          <a:ln/>
        </p:spPr>
        <p:txBody>
          <a:bodyPr wrap="square" lIns="25400" tIns="25400" rIns="25400" bIns="25400" rtlCol="0" anchor="t">
            <a:normAutofit lnSpcReduction="10000"/>
          </a:bodyPr>
          <a:lstStyle/>
          <a:p>
            <a:pPr marL="0" indent="0" algn="l">
              <a:buNone/>
            </a:pPr>
            <a:r>
              <a:rPr lang="ko-KR" altLang="en-US" sz="2400" b="1" dirty="0" err="1">
                <a:solidFill>
                  <a:srgbClr val="4A4A4A"/>
                </a:solidFill>
                <a:latin typeface="맑은 고딕" panose="020B0503020000020004" pitchFamily="50" charset="-127"/>
                <a:ea typeface="맑은 고딕" panose="020B0503020000020004" pitchFamily="50" charset="-127"/>
                <a:cs typeface="Pretendard" pitchFamily="34" charset="-120"/>
              </a:rPr>
              <a:t>루스티카</a:t>
            </a:r>
            <a:r>
              <a:rPr lang="ko-KR" altLang="en-US" sz="2400" b="1" dirty="0">
                <a:solidFill>
                  <a:srgbClr val="4A4A4A"/>
                </a:solidFill>
                <a:latin typeface="맑은 고딕" panose="020B0503020000020004" pitchFamily="50" charset="-127"/>
                <a:ea typeface="맑은 고딕" panose="020B0503020000020004" pitchFamily="50" charset="-127"/>
                <a:cs typeface="Pretendard" pitchFamily="34" charset="-120"/>
              </a:rPr>
              <a:t> </a:t>
            </a:r>
            <a:r>
              <a:rPr lang="ko-KR" altLang="en-US" sz="2400" b="1" dirty="0" err="1">
                <a:solidFill>
                  <a:srgbClr val="4A4A4A"/>
                </a:solidFill>
                <a:latin typeface="맑은 고딕" panose="020B0503020000020004" pitchFamily="50" charset="-127"/>
                <a:ea typeface="맑은 고딕" panose="020B0503020000020004" pitchFamily="50" charset="-127"/>
                <a:cs typeface="Pretendard" pitchFamily="34" charset="-120"/>
              </a:rPr>
              <a:t>대전은행동점</a:t>
            </a:r>
            <a:endParaRPr lang="en-US" sz="2400" dirty="0">
              <a:latin typeface="맑은 고딕" panose="020B0503020000020004" pitchFamily="50" charset="-127"/>
            </a:endParaRPr>
          </a:p>
        </p:txBody>
      </p:sp>
      <p:sp>
        <p:nvSpPr>
          <p:cNvPr id="30" name="Shape 26"/>
          <p:cNvSpPr/>
          <p:nvPr/>
        </p:nvSpPr>
        <p:spPr>
          <a:xfrm>
            <a:off x="2781300" y="6253163"/>
            <a:ext cx="699939" cy="371475"/>
          </a:xfrm>
          <a:prstGeom prst="roundRect">
            <a:avLst>
              <a:gd name="adj" fmla="val 50000"/>
            </a:avLst>
          </a:prstGeom>
          <a:solidFill>
            <a:srgbClr val="8E9B72"/>
          </a:solidFill>
          <a:ln/>
        </p:spPr>
        <p:txBody>
          <a:bodyPr/>
          <a:lstStyle/>
          <a:p>
            <a:endParaRPr lang="ko-KR" altLang="en-US"/>
          </a:p>
        </p:txBody>
      </p:sp>
      <p:sp>
        <p:nvSpPr>
          <p:cNvPr id="31" name="Text 27"/>
          <p:cNvSpPr/>
          <p:nvPr/>
        </p:nvSpPr>
        <p:spPr>
          <a:xfrm>
            <a:off x="2907066" y="6318544"/>
            <a:ext cx="471339"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BF8EF"/>
                </a:solidFill>
                <a:latin typeface="맑은 고딕" panose="020B0503020000020004" pitchFamily="50" charset="-127"/>
                <a:ea typeface="맑은 고딕" panose="020B0503020000020004" pitchFamily="50" charset="-127"/>
                <a:cs typeface="Pretendard" pitchFamily="34" charset="-120"/>
              </a:rPr>
              <a:t>카페</a:t>
            </a:r>
            <a:endParaRPr lang="en-US" sz="1800" dirty="0">
              <a:latin typeface="맑은 고딕" panose="020B0503020000020004" pitchFamily="50" charset="-127"/>
            </a:endParaRPr>
          </a:p>
        </p:txBody>
      </p:sp>
      <p:sp>
        <p:nvSpPr>
          <p:cNvPr id="32" name="Text 28"/>
          <p:cNvSpPr/>
          <p:nvPr/>
        </p:nvSpPr>
        <p:spPr>
          <a:xfrm>
            <a:off x="3595539" y="6296025"/>
            <a:ext cx="73297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6E6A60"/>
                </a:solidFill>
                <a:latin typeface="맑은 고딕" panose="020B0503020000020004" pitchFamily="50" charset="-127"/>
                <a:ea typeface="맑은 고딕" panose="020B0503020000020004" pitchFamily="50" charset="-127"/>
                <a:cs typeface="Pretendard" pitchFamily="34" charset="-120"/>
              </a:rPr>
              <a:t>★ 4.4</a:t>
            </a:r>
            <a:endParaRPr lang="en-US" sz="1875" dirty="0">
              <a:latin typeface="맑은 고딕" panose="020B0503020000020004" pitchFamily="50" charset="-127"/>
            </a:endParaRPr>
          </a:p>
        </p:txBody>
      </p:sp>
      <p:sp>
        <p:nvSpPr>
          <p:cNvPr id="33" name="Text 29"/>
          <p:cNvSpPr/>
          <p:nvPr/>
        </p:nvSpPr>
        <p:spPr>
          <a:xfrm>
            <a:off x="4366617" y="6300788"/>
            <a:ext cx="949970" cy="314325"/>
          </a:xfrm>
          <a:prstGeom prst="rect">
            <a:avLst/>
          </a:prstGeom>
          <a:noFill/>
          <a:ln/>
        </p:spPr>
        <p:txBody>
          <a:bodyPr wrap="square" lIns="25400" tIns="25400" rIns="25400" bIns="25400" rtlCol="0" anchor="t">
            <a:normAutofit fontScale="92500"/>
          </a:bodyPr>
          <a:lstStyle/>
          <a:p>
            <a:pPr marL="0" indent="0" algn="l">
              <a:buNone/>
            </a:pPr>
            <a:r>
              <a:rPr lang="en-US" sz="1800" dirty="0">
                <a:solidFill>
                  <a:srgbClr val="A29C8C"/>
                </a:solidFill>
                <a:latin typeface="맑은 고딕" panose="020B0503020000020004" pitchFamily="50" charset="-127"/>
                <a:ea typeface="맑은 고딕" panose="020B0503020000020004" pitchFamily="50" charset="-127"/>
                <a:cs typeface="Pretendard" pitchFamily="34" charset="-120"/>
              </a:rPr>
              <a:t>리뷰 860</a:t>
            </a:r>
            <a:endParaRPr lang="en-US" sz="1800" dirty="0">
              <a:latin typeface="맑은 고딕" panose="020B0503020000020004" pitchFamily="50" charset="-127"/>
            </a:endParaRPr>
          </a:p>
        </p:txBody>
      </p:sp>
      <p:pic>
        <p:nvPicPr>
          <p:cNvPr id="34" name="Image 2"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79619" y="6057900"/>
            <a:ext cx="285750" cy="285750"/>
          </a:xfrm>
          <a:prstGeom prst="rect">
            <a:avLst/>
          </a:prstGeom>
        </p:spPr>
      </p:pic>
      <p:sp>
        <p:nvSpPr>
          <p:cNvPr id="35" name="Shape 30"/>
          <p:cNvSpPr/>
          <p:nvPr/>
        </p:nvSpPr>
        <p:spPr>
          <a:xfrm rot="2700000">
            <a:off x="9017794" y="3762375"/>
            <a:ext cx="228600" cy="228600"/>
          </a:xfrm>
          <a:prstGeom prst="rect">
            <a:avLst/>
          </a:prstGeom>
          <a:solidFill>
            <a:srgbClr val="3E3C38"/>
          </a:solidFill>
          <a:ln/>
        </p:spPr>
        <p:txBody>
          <a:bodyPr/>
          <a:lstStyle/>
          <a:p>
            <a:endParaRPr lang="ko-KR" altLang="en-US"/>
          </a:p>
        </p:txBody>
      </p:sp>
      <p:sp>
        <p:nvSpPr>
          <p:cNvPr id="36" name="Shape 31"/>
          <p:cNvSpPr/>
          <p:nvPr/>
        </p:nvSpPr>
        <p:spPr>
          <a:xfrm>
            <a:off x="9141619" y="3237607"/>
            <a:ext cx="5545931" cy="3449687"/>
          </a:xfrm>
          <a:prstGeom prst="roundRect">
            <a:avLst>
              <a:gd name="adj" fmla="val 6074"/>
            </a:avLst>
          </a:prstGeom>
          <a:solidFill>
            <a:srgbClr val="3E3C38"/>
          </a:solidFill>
          <a:ln/>
        </p:spPr>
        <p:txBody>
          <a:bodyPr/>
          <a:lstStyle/>
          <a:p>
            <a:endParaRPr lang="ko-KR" altLang="en-US"/>
          </a:p>
        </p:txBody>
      </p:sp>
      <p:sp>
        <p:nvSpPr>
          <p:cNvPr id="37" name="Shape 32"/>
          <p:cNvSpPr/>
          <p:nvPr/>
        </p:nvSpPr>
        <p:spPr>
          <a:xfrm>
            <a:off x="9465469" y="3542407"/>
            <a:ext cx="508546" cy="438150"/>
          </a:xfrm>
          <a:prstGeom prst="roundRect">
            <a:avLst>
              <a:gd name="adj" fmla="val 17391"/>
            </a:avLst>
          </a:prstGeom>
          <a:solidFill>
            <a:srgbClr val="8AA6C0"/>
          </a:solidFill>
          <a:ln/>
        </p:spPr>
        <p:txBody>
          <a:bodyPr/>
          <a:lstStyle/>
          <a:p>
            <a:endParaRPr lang="ko-KR" altLang="en-US"/>
          </a:p>
        </p:txBody>
      </p:sp>
      <p:sp>
        <p:nvSpPr>
          <p:cNvPr id="38" name="Text 33"/>
          <p:cNvSpPr/>
          <p:nvPr/>
        </p:nvSpPr>
        <p:spPr>
          <a:xfrm>
            <a:off x="9579769" y="3590032"/>
            <a:ext cx="356146" cy="381000"/>
          </a:xfrm>
          <a:prstGeom prst="rect">
            <a:avLst/>
          </a:prstGeom>
          <a:noFill/>
          <a:ln/>
        </p:spPr>
        <p:txBody>
          <a:bodyPr wrap="square" lIns="25400" tIns="25400" rIns="25400" bIns="25400" rtlCol="0" anchor="t">
            <a:normAutofit/>
          </a:bodyPr>
          <a:lstStyle/>
          <a:p>
            <a:pPr marL="0" indent="0" algn="l">
              <a:buNone/>
            </a:pPr>
            <a:r>
              <a:rPr lang="en-US" sz="1800" b="1" dirty="0">
                <a:solidFill>
                  <a:srgbClr val="FBF8EF"/>
                </a:solidFill>
                <a:latin typeface="Microsoft YaHei" panose="020B0503020204020204" pitchFamily="34" charset="-122"/>
                <a:ea typeface="Microsoft YaHei" panose="020B0503020204020204" pitchFamily="34" charset="-122"/>
                <a:cs typeface="Space Mono" pitchFamily="34" charset="-120"/>
              </a:rPr>
              <a:t>AI</a:t>
            </a:r>
            <a:endParaRPr lang="en-US" sz="1800" dirty="0">
              <a:latin typeface="맑은 고딕" panose="020B0503020000020004" pitchFamily="50" charset="-127"/>
            </a:endParaRPr>
          </a:p>
        </p:txBody>
      </p:sp>
      <p:sp>
        <p:nvSpPr>
          <p:cNvPr id="39" name="Text 34"/>
          <p:cNvSpPr/>
          <p:nvPr/>
        </p:nvSpPr>
        <p:spPr>
          <a:xfrm>
            <a:off x="10088314" y="3604320"/>
            <a:ext cx="2025595" cy="352425"/>
          </a:xfrm>
          <a:prstGeom prst="rect">
            <a:avLst/>
          </a:prstGeom>
          <a:noFill/>
          <a:ln/>
        </p:spPr>
        <p:txBody>
          <a:bodyPr wrap="square" lIns="25400" tIns="25400" rIns="25400" bIns="25400" rtlCol="0" anchor="t">
            <a:normAutofit fontScale="92500"/>
          </a:bodyPr>
          <a:lstStyle/>
          <a:p>
            <a:pPr marL="0" indent="0" algn="l">
              <a:buNone/>
            </a:pPr>
            <a:r>
              <a:rPr lang="en-US" sz="2025" b="1" dirty="0">
                <a:solidFill>
                  <a:srgbClr val="F3F0E6"/>
                </a:solidFill>
                <a:latin typeface="맑은 고딕" panose="020B0503020000020004" pitchFamily="50" charset="-127"/>
                <a:ea typeface="맑은 고딕" panose="020B0503020000020004" pitchFamily="50" charset="-127"/>
                <a:cs typeface="Pretendard" pitchFamily="34" charset="-120"/>
              </a:rPr>
              <a:t>Gemini 리뷰 요약</a:t>
            </a:r>
            <a:endParaRPr lang="en-US" sz="2025" dirty="0">
              <a:latin typeface="맑은 고딕" panose="020B0503020000020004" pitchFamily="50" charset="-127"/>
            </a:endParaRPr>
          </a:p>
        </p:txBody>
      </p:sp>
      <p:sp>
        <p:nvSpPr>
          <p:cNvPr id="40" name="Text 35"/>
          <p:cNvSpPr/>
          <p:nvPr/>
        </p:nvSpPr>
        <p:spPr>
          <a:xfrm>
            <a:off x="9465469" y="4228207"/>
            <a:ext cx="202555" cy="3847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8AA6C0"/>
                </a:solidFill>
                <a:latin typeface="맑은 고딕" panose="020B0503020000020004" pitchFamily="50" charset="-127"/>
                <a:ea typeface="맑은 고딕" panose="020B0503020000020004" pitchFamily="50" charset="-127"/>
                <a:cs typeface="Pretendard" pitchFamily="34" charset="-120"/>
              </a:rPr>
              <a:t>•</a:t>
            </a:r>
            <a:endParaRPr lang="en-US" sz="1950" dirty="0">
              <a:latin typeface="맑은 고딕" panose="020B0503020000020004" pitchFamily="50" charset="-127"/>
            </a:endParaRPr>
          </a:p>
        </p:txBody>
      </p:sp>
      <p:sp>
        <p:nvSpPr>
          <p:cNvPr id="41" name="Text 36"/>
          <p:cNvSpPr/>
          <p:nvPr/>
        </p:nvSpPr>
        <p:spPr>
          <a:xfrm>
            <a:off x="9725174" y="4228207"/>
            <a:ext cx="4885789" cy="3847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E3DFD3"/>
                </a:solidFill>
                <a:latin typeface="맑은 고딕" panose="020B0503020000020004" pitchFamily="50" charset="-127"/>
                <a:ea typeface="맑은 고딕" panose="020B0503020000020004" pitchFamily="50" charset="-127"/>
                <a:cs typeface="Pretendard" pitchFamily="34" charset="-120"/>
              </a:rPr>
              <a:t>튀김소보로·부추빵이 시그니처, 오전 일찍 품절</a:t>
            </a:r>
            <a:endParaRPr lang="en-US" sz="1950" dirty="0">
              <a:latin typeface="맑은 고딕" panose="020B0503020000020004" pitchFamily="50" charset="-127"/>
            </a:endParaRPr>
          </a:p>
        </p:txBody>
      </p:sp>
      <p:sp>
        <p:nvSpPr>
          <p:cNvPr id="42" name="Text 37"/>
          <p:cNvSpPr/>
          <p:nvPr/>
        </p:nvSpPr>
        <p:spPr>
          <a:xfrm>
            <a:off x="9465469" y="4746278"/>
            <a:ext cx="202555" cy="3847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8AA6C0"/>
                </a:solidFill>
                <a:latin typeface="맑은 고딕" panose="020B0503020000020004" pitchFamily="50" charset="-127"/>
                <a:ea typeface="맑은 고딕" panose="020B0503020000020004" pitchFamily="50" charset="-127"/>
                <a:cs typeface="Pretendard" pitchFamily="34" charset="-120"/>
              </a:rPr>
              <a:t>•</a:t>
            </a:r>
            <a:endParaRPr lang="en-US" sz="1950" dirty="0">
              <a:latin typeface="맑은 고딕" panose="020B0503020000020004" pitchFamily="50" charset="-127"/>
            </a:endParaRPr>
          </a:p>
        </p:txBody>
      </p:sp>
      <p:sp>
        <p:nvSpPr>
          <p:cNvPr id="43" name="Text 38"/>
          <p:cNvSpPr/>
          <p:nvPr/>
        </p:nvSpPr>
        <p:spPr>
          <a:xfrm>
            <a:off x="9725174" y="4746278"/>
            <a:ext cx="3707234" cy="3847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E3DFD3"/>
                </a:solidFill>
                <a:latin typeface="맑은 고딕" panose="020B0503020000020004" pitchFamily="50" charset="-127"/>
                <a:ea typeface="맑은 고딕" panose="020B0503020000020004" pitchFamily="50" charset="-127"/>
                <a:cs typeface="Pretendard" pitchFamily="34" charset="-120"/>
              </a:rPr>
              <a:t>주말 대기 길어 평일·개점 직후 추천</a:t>
            </a:r>
            <a:endParaRPr lang="en-US" sz="1950" dirty="0">
              <a:latin typeface="맑은 고딕" panose="020B0503020000020004" pitchFamily="50" charset="-127"/>
            </a:endParaRPr>
          </a:p>
        </p:txBody>
      </p:sp>
      <p:sp>
        <p:nvSpPr>
          <p:cNvPr id="44" name="Text 39"/>
          <p:cNvSpPr/>
          <p:nvPr/>
        </p:nvSpPr>
        <p:spPr>
          <a:xfrm>
            <a:off x="9465469" y="5264348"/>
            <a:ext cx="202555" cy="3847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8AA6C0"/>
                </a:solidFill>
                <a:latin typeface="맑은 고딕" panose="020B0503020000020004" pitchFamily="50" charset="-127"/>
                <a:ea typeface="맑은 고딕" panose="020B0503020000020004" pitchFamily="50" charset="-127"/>
                <a:cs typeface="Pretendard" pitchFamily="34" charset="-120"/>
              </a:rPr>
              <a:t>•</a:t>
            </a:r>
            <a:endParaRPr lang="en-US" sz="1950" dirty="0">
              <a:latin typeface="맑은 고딕" panose="020B0503020000020004" pitchFamily="50" charset="-127"/>
            </a:endParaRPr>
          </a:p>
        </p:txBody>
      </p:sp>
      <p:sp>
        <p:nvSpPr>
          <p:cNvPr id="45" name="Text 40"/>
          <p:cNvSpPr/>
          <p:nvPr/>
        </p:nvSpPr>
        <p:spPr>
          <a:xfrm>
            <a:off x="9725174" y="5264348"/>
            <a:ext cx="3943305" cy="3847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E3DFD3"/>
                </a:solidFill>
                <a:latin typeface="맑은 고딕" panose="020B0503020000020004" pitchFamily="50" charset="-127"/>
                <a:ea typeface="맑은 고딕" panose="020B0503020000020004" pitchFamily="50" charset="-127"/>
                <a:cs typeface="Pretendard" pitchFamily="34" charset="-120"/>
              </a:rPr>
              <a:t>근처 주차 혼잡, 대중교통 이용이 편함</a:t>
            </a:r>
            <a:endParaRPr lang="en-US" sz="1950" dirty="0">
              <a:latin typeface="맑은 고딕" panose="020B0503020000020004" pitchFamily="50" charset="-127"/>
            </a:endParaRPr>
          </a:p>
        </p:txBody>
      </p:sp>
      <p:sp>
        <p:nvSpPr>
          <p:cNvPr id="46" name="Shape 41"/>
          <p:cNvSpPr/>
          <p:nvPr/>
        </p:nvSpPr>
        <p:spPr>
          <a:xfrm>
            <a:off x="9465469" y="5858619"/>
            <a:ext cx="4898231" cy="9525"/>
          </a:xfrm>
          <a:prstGeom prst="rect">
            <a:avLst/>
          </a:prstGeom>
          <a:solidFill>
            <a:srgbClr val="5E5B54"/>
          </a:solidFill>
          <a:ln/>
        </p:spPr>
        <p:txBody>
          <a:bodyPr/>
          <a:lstStyle/>
          <a:p>
            <a:endParaRPr lang="ko-KR" altLang="en-US"/>
          </a:p>
        </p:txBody>
      </p:sp>
      <p:sp>
        <p:nvSpPr>
          <p:cNvPr id="47" name="Text 42"/>
          <p:cNvSpPr/>
          <p:nvPr/>
        </p:nvSpPr>
        <p:spPr>
          <a:xfrm>
            <a:off x="9465469" y="6109990"/>
            <a:ext cx="5045178" cy="381000"/>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92D050"/>
                </a:solidFill>
                <a:latin typeface="Microsoft YaHei" panose="020B0503020204020204" pitchFamily="34" charset="-122"/>
                <a:ea typeface="Microsoft YaHei" panose="020B0503020204020204" pitchFamily="34" charset="-122"/>
                <a:cs typeface="Space Mono" pitchFamily="34" charset="-120"/>
              </a:rPr>
              <a:t>리뷰 1,240개를 3줄로 </a:t>
            </a:r>
            <a:r>
              <a:rPr lang="ko-KR" altLang="en-US" sz="1800" b="1" kern="0" spc="144" dirty="0">
                <a:solidFill>
                  <a:srgbClr val="92D050"/>
                </a:solidFill>
                <a:latin typeface="Microsoft YaHei" panose="020B0503020204020204" pitchFamily="34" charset="-122"/>
                <a:ea typeface="Microsoft YaHei" panose="020B0503020204020204" pitchFamily="34" charset="-122"/>
                <a:cs typeface="Space Mono" pitchFamily="34" charset="-120"/>
              </a:rPr>
              <a:t>요약</a:t>
            </a:r>
            <a:endParaRPr lang="en-US" sz="1800" b="1" dirty="0">
              <a:solidFill>
                <a:srgbClr val="92D050"/>
              </a:solidFill>
              <a:latin typeface="맑은 고딕" panose="020B0503020000020004" pitchFamily="50" charset="-127"/>
            </a:endParaRPr>
          </a:p>
        </p:txBody>
      </p:sp>
      <p:sp>
        <p:nvSpPr>
          <p:cNvPr id="48" name="Text 4">
            <a:extLst>
              <a:ext uri="{FF2B5EF4-FFF2-40B4-BE49-F238E27FC236}">
                <a16:creationId xmlns:a16="http://schemas.microsoft.com/office/drawing/2014/main" id="{0F823A37-3D51-45CC-998B-306B5C87311A}"/>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49" name="Text 5">
            <a:extLst>
              <a:ext uri="{FF2B5EF4-FFF2-40B4-BE49-F238E27FC236}">
                <a16:creationId xmlns:a16="http://schemas.microsoft.com/office/drawing/2014/main" id="{96EBE1A2-278A-4A22-93A4-BE98B370674B}"/>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22" name="Shape 19"/>
          <p:cNvSpPr/>
          <p:nvPr/>
        </p:nvSpPr>
        <p:spPr>
          <a:xfrm>
            <a:off x="2771488" y="7025144"/>
            <a:ext cx="3205163" cy="1247775"/>
          </a:xfrm>
          <a:prstGeom prst="roundRect">
            <a:avLst>
              <a:gd name="adj" fmla="val 12214"/>
            </a:avLst>
          </a:prstGeom>
          <a:solidFill>
            <a:srgbClr val="ECE9DD"/>
          </a:solidFill>
          <a:ln/>
        </p:spPr>
        <p:txBody>
          <a:bodyPr/>
          <a:lstStyle/>
          <a:p>
            <a:endParaRPr lang="ko-KR" altLang="en-US"/>
          </a:p>
        </p:txBody>
      </p:sp>
      <p:sp>
        <p:nvSpPr>
          <p:cNvPr id="23" name="Text 20"/>
          <p:cNvSpPr/>
          <p:nvPr/>
        </p:nvSpPr>
        <p:spPr>
          <a:xfrm>
            <a:off x="3000088" y="7234694"/>
            <a:ext cx="3022759" cy="38100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9A9486"/>
                </a:solidFill>
                <a:latin typeface="Microsoft YaHei" panose="020B0503020204020204" pitchFamily="34" charset="-122"/>
                <a:ea typeface="Microsoft YaHei" panose="020B0503020204020204" pitchFamily="34" charset="-122"/>
                <a:cs typeface="Space Mono" pitchFamily="34" charset="-120"/>
              </a:rPr>
              <a:t>DATE</a:t>
            </a:r>
            <a:endParaRPr lang="en-US" sz="1800" dirty="0">
              <a:latin typeface="맑은 고딕" panose="020B0503020000020004" pitchFamily="50" charset="-127"/>
            </a:endParaRPr>
          </a:p>
        </p:txBody>
      </p:sp>
      <p:sp>
        <p:nvSpPr>
          <p:cNvPr id="24" name="Text 21"/>
          <p:cNvSpPr/>
          <p:nvPr/>
        </p:nvSpPr>
        <p:spPr>
          <a:xfrm>
            <a:off x="3000088" y="7653794"/>
            <a:ext cx="3022759" cy="447675"/>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4A4A4A"/>
                </a:solidFill>
                <a:latin typeface="맑은 고딕" panose="020B0503020000020004" pitchFamily="50" charset="-127"/>
                <a:ea typeface="맑은 고딕" panose="020B0503020000020004" pitchFamily="50" charset="-127"/>
                <a:cs typeface="Pretendard" pitchFamily="34" charset="-120"/>
              </a:rPr>
              <a:t>03.14</a:t>
            </a:r>
            <a:endParaRPr lang="en-US" sz="2700" dirty="0">
              <a:latin typeface="맑은 고딕" panose="020B0503020000020004" pitchFamily="50" charset="-127"/>
            </a:endParaRPr>
          </a:p>
        </p:txBody>
      </p:sp>
      <p:grpSp>
        <p:nvGrpSpPr>
          <p:cNvPr id="58" name="그룹 57">
            <a:extLst>
              <a:ext uri="{FF2B5EF4-FFF2-40B4-BE49-F238E27FC236}">
                <a16:creationId xmlns:a16="http://schemas.microsoft.com/office/drawing/2014/main" id="{DB2D007B-F0EC-4193-A1F6-6F8E52054585}"/>
              </a:ext>
            </a:extLst>
          </p:cNvPr>
          <p:cNvGrpSpPr/>
          <p:nvPr/>
        </p:nvGrpSpPr>
        <p:grpSpPr>
          <a:xfrm>
            <a:off x="6422748" y="7029906"/>
            <a:ext cx="3251359" cy="1247775"/>
            <a:chOff x="8497282" y="6810832"/>
            <a:chExt cx="3251359" cy="1247775"/>
          </a:xfrm>
        </p:grpSpPr>
        <p:sp>
          <p:nvSpPr>
            <p:cNvPr id="28" name="Shape 25"/>
            <p:cNvSpPr/>
            <p:nvPr/>
          </p:nvSpPr>
          <p:spPr>
            <a:xfrm>
              <a:off x="8497282" y="6810832"/>
              <a:ext cx="3205163" cy="1247775"/>
            </a:xfrm>
            <a:prstGeom prst="roundRect">
              <a:avLst>
                <a:gd name="adj" fmla="val 12214"/>
              </a:avLst>
            </a:prstGeom>
            <a:solidFill>
              <a:srgbClr val="ECE9DD"/>
            </a:solidFill>
            <a:ln/>
          </p:spPr>
          <p:txBody>
            <a:bodyPr/>
            <a:lstStyle/>
            <a:p>
              <a:endParaRPr lang="ko-KR" altLang="en-US"/>
            </a:p>
          </p:txBody>
        </p:sp>
        <p:sp>
          <p:nvSpPr>
            <p:cNvPr id="29" name="Text 26"/>
            <p:cNvSpPr/>
            <p:nvPr/>
          </p:nvSpPr>
          <p:spPr>
            <a:xfrm>
              <a:off x="8725882" y="7020382"/>
              <a:ext cx="3022759" cy="38100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9A9486"/>
                  </a:solidFill>
                  <a:latin typeface="Microsoft YaHei" panose="020B0503020204020204" pitchFamily="34" charset="-122"/>
                  <a:ea typeface="Microsoft YaHei" panose="020B0503020204020204" pitchFamily="34" charset="-122"/>
                  <a:cs typeface="Space Mono" pitchFamily="34" charset="-120"/>
                </a:rPr>
                <a:t>COST</a:t>
              </a:r>
              <a:endParaRPr lang="en-US" sz="1800" dirty="0">
                <a:latin typeface="맑은 고딕" panose="020B0503020000020004" pitchFamily="50" charset="-127"/>
              </a:endParaRPr>
            </a:p>
          </p:txBody>
        </p:sp>
        <p:sp>
          <p:nvSpPr>
            <p:cNvPr id="30" name="Text 27"/>
            <p:cNvSpPr/>
            <p:nvPr/>
          </p:nvSpPr>
          <p:spPr>
            <a:xfrm>
              <a:off x="8725882" y="7439482"/>
              <a:ext cx="3022759" cy="447675"/>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4A4A4A"/>
                  </a:solidFill>
                  <a:latin typeface="맑은 고딕" panose="020B0503020000020004" pitchFamily="50" charset="-127"/>
                  <a:ea typeface="맑은 고딕" panose="020B0503020000020004" pitchFamily="50" charset="-127"/>
                  <a:cs typeface="Pretendard" pitchFamily="34" charset="-120"/>
                </a:rPr>
                <a:t>₩18,000</a:t>
              </a:r>
              <a:endParaRPr lang="en-US" sz="2700" dirty="0">
                <a:latin typeface="맑은 고딕" panose="020B0503020000020004" pitchFamily="50" charset="-127"/>
              </a:endParaRPr>
            </a:p>
          </p:txBody>
        </p:sp>
      </p:grpSp>
      <p:sp>
        <p:nvSpPr>
          <p:cNvPr id="31" name="Shape 28"/>
          <p:cNvSpPr/>
          <p:nvPr/>
        </p:nvSpPr>
        <p:spPr>
          <a:xfrm>
            <a:off x="10116826" y="7025144"/>
            <a:ext cx="3205163" cy="1247775"/>
          </a:xfrm>
          <a:prstGeom prst="roundRect">
            <a:avLst>
              <a:gd name="adj" fmla="val 12214"/>
            </a:avLst>
          </a:prstGeom>
          <a:solidFill>
            <a:srgbClr val="ECE9DD"/>
          </a:solidFill>
          <a:ln/>
        </p:spPr>
        <p:txBody>
          <a:bodyPr/>
          <a:lstStyle/>
          <a:p>
            <a:endParaRPr lang="ko-KR" altLang="en-US"/>
          </a:p>
        </p:txBody>
      </p:sp>
      <p:sp>
        <p:nvSpPr>
          <p:cNvPr id="32" name="Text 29"/>
          <p:cNvSpPr/>
          <p:nvPr/>
        </p:nvSpPr>
        <p:spPr>
          <a:xfrm>
            <a:off x="10345426" y="7234694"/>
            <a:ext cx="3022759" cy="38100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9A9486"/>
                </a:solidFill>
                <a:latin typeface="Microsoft YaHei" panose="020B0503020204020204" pitchFamily="34" charset="-122"/>
                <a:ea typeface="Microsoft YaHei" panose="020B0503020204020204" pitchFamily="34" charset="-122"/>
                <a:cs typeface="Space Mono" pitchFamily="34" charset="-120"/>
              </a:rPr>
              <a:t>SPOTS</a:t>
            </a:r>
            <a:endParaRPr lang="en-US" sz="1800" dirty="0">
              <a:latin typeface="맑은 고딕" panose="020B0503020000020004" pitchFamily="50" charset="-127"/>
            </a:endParaRPr>
          </a:p>
        </p:txBody>
      </p:sp>
      <p:sp>
        <p:nvSpPr>
          <p:cNvPr id="33" name="Text 30"/>
          <p:cNvSpPr/>
          <p:nvPr/>
        </p:nvSpPr>
        <p:spPr>
          <a:xfrm>
            <a:off x="10345426" y="7653794"/>
            <a:ext cx="3022759" cy="447675"/>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4A4A4A"/>
                </a:solidFill>
                <a:latin typeface="맑은 고딕" panose="020B0503020000020004" pitchFamily="50" charset="-127"/>
                <a:ea typeface="맑은 고딕" panose="020B0503020000020004" pitchFamily="50" charset="-127"/>
                <a:cs typeface="Pretendard" pitchFamily="34" charset="-120"/>
              </a:rPr>
              <a:t>6곳</a:t>
            </a:r>
            <a:endParaRPr lang="en-US" sz="2700" dirty="0">
              <a:latin typeface="맑은 고딕" panose="020B0503020000020004" pitchFamily="50" charset="-127"/>
            </a:endParaRPr>
          </a:p>
        </p:txBody>
      </p:sp>
      <p:sp>
        <p:nvSpPr>
          <p:cNvPr id="54" name="Text 4">
            <a:extLst>
              <a:ext uri="{FF2B5EF4-FFF2-40B4-BE49-F238E27FC236}">
                <a16:creationId xmlns:a16="http://schemas.microsoft.com/office/drawing/2014/main" id="{36F09938-4FB2-4FCB-8EED-B53E3F276777}"/>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55" name="Text 5">
            <a:extLst>
              <a:ext uri="{FF2B5EF4-FFF2-40B4-BE49-F238E27FC236}">
                <a16:creationId xmlns:a16="http://schemas.microsoft.com/office/drawing/2014/main" id="{134E7D3F-4506-422B-A139-68D950C27186}"/>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
        <p:nvSpPr>
          <p:cNvPr id="50" name="Text 8">
            <a:extLst>
              <a:ext uri="{FF2B5EF4-FFF2-40B4-BE49-F238E27FC236}">
                <a16:creationId xmlns:a16="http://schemas.microsoft.com/office/drawing/2014/main" id="{C9AC33C8-FCD4-4CF1-9A7B-2CAB3004A9FD}"/>
              </a:ext>
            </a:extLst>
          </p:cNvPr>
          <p:cNvSpPr/>
          <p:nvPr/>
        </p:nvSpPr>
        <p:spPr>
          <a:xfrm>
            <a:off x="1352550" y="1276350"/>
            <a:ext cx="5497250"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Feature 03 · Schedule </a:t>
            </a:r>
            <a:endParaRPr lang="en-US" sz="2550" dirty="0">
              <a:latin typeface="맑은 고딕" panose="020B0503020000020004" pitchFamily="50" charset="-127"/>
            </a:endParaRPr>
          </a:p>
        </p:txBody>
      </p:sp>
      <p:sp>
        <p:nvSpPr>
          <p:cNvPr id="51" name="Text 9">
            <a:extLst>
              <a:ext uri="{FF2B5EF4-FFF2-40B4-BE49-F238E27FC236}">
                <a16:creationId xmlns:a16="http://schemas.microsoft.com/office/drawing/2014/main" id="{3722A371-B4C3-4232-8D92-ACECA55DDAB2}"/>
              </a:ext>
            </a:extLst>
          </p:cNvPr>
          <p:cNvSpPr/>
          <p:nvPr/>
        </p:nvSpPr>
        <p:spPr>
          <a:xfrm>
            <a:off x="1352550" y="1762125"/>
            <a:ext cx="6254318" cy="895350"/>
          </a:xfrm>
          <a:prstGeom prst="rect">
            <a:avLst/>
          </a:prstGeom>
          <a:noFill/>
          <a:ln/>
        </p:spPr>
        <p:txBody>
          <a:bodyPr wrap="square" lIns="25400" tIns="25400" rIns="25400" bIns="25400" rtlCol="0" anchor="t">
            <a:noAutofit/>
          </a:bodyPr>
          <a:lstStyle/>
          <a:p>
            <a:pPr marL="0" indent="0" algn="l">
              <a:buNone/>
            </a:pPr>
            <a:r>
              <a:rPr lang="ko-KR" altLang="en-US" sz="4600" b="1" dirty="0">
                <a:solidFill>
                  <a:srgbClr val="4A4A4A"/>
                </a:solidFill>
                <a:latin typeface="맑은 고딕" panose="020B0503020000020004" pitchFamily="50" charset="-127"/>
                <a:ea typeface="맑은 고딕" panose="020B0503020000020004" pitchFamily="50" charset="-127"/>
                <a:cs typeface="Black Han Sans" pitchFamily="34" charset="-120"/>
              </a:rPr>
              <a:t>일정 </a:t>
            </a:r>
            <a:r>
              <a:rPr lang="ko-KR" altLang="en-US" sz="4600" b="1" dirty="0" err="1">
                <a:solidFill>
                  <a:srgbClr val="4A4A4A"/>
                </a:solidFill>
                <a:latin typeface="맑은 고딕" panose="020B0503020000020004" pitchFamily="50" charset="-127"/>
                <a:ea typeface="맑은 고딕" panose="020B0503020000020004" pitchFamily="50" charset="-127"/>
                <a:cs typeface="Black Han Sans" pitchFamily="34" charset="-120"/>
              </a:rPr>
              <a:t>빌더</a:t>
            </a:r>
            <a:r>
              <a:rPr lang="ko-KR" altLang="en-US" sz="4600" b="1" dirty="0">
                <a:solidFill>
                  <a:srgbClr val="4A4A4A"/>
                </a:solidFill>
                <a:latin typeface="맑은 고딕" panose="020B0503020000020004" pitchFamily="50" charset="-127"/>
                <a:ea typeface="맑은 고딕" panose="020B0503020000020004" pitchFamily="50" charset="-127"/>
                <a:cs typeface="Black Han Sans" pitchFamily="34" charset="-120"/>
              </a:rPr>
              <a:t> </a:t>
            </a:r>
            <a:r>
              <a:rPr lang="en-US" altLang="ko-KR" sz="4600" b="1" dirty="0">
                <a:solidFill>
                  <a:srgbClr val="4A4A4A"/>
                </a:solidFill>
                <a:latin typeface="맑은 고딕" panose="020B0503020000020004" pitchFamily="50" charset="-127"/>
                <a:ea typeface="맑은 고딕" panose="020B0503020000020004" pitchFamily="50" charset="-127"/>
                <a:cs typeface="Black Han Sans" pitchFamily="34" charset="-120"/>
              </a:rPr>
              <a:t>&amp; </a:t>
            </a:r>
            <a:r>
              <a:rPr lang="ko-KR" altLang="en-US" sz="4600" b="1" dirty="0">
                <a:solidFill>
                  <a:srgbClr val="4A4A4A"/>
                </a:solidFill>
                <a:latin typeface="맑은 고딕" panose="020B0503020000020004" pitchFamily="50" charset="-127"/>
                <a:ea typeface="맑은 고딕" panose="020B0503020000020004" pitchFamily="50" charset="-127"/>
                <a:cs typeface="Black Han Sans" pitchFamily="34" charset="-120"/>
              </a:rPr>
              <a:t>일정 지도</a:t>
            </a:r>
            <a:endParaRPr lang="en-US" sz="4600" b="1" dirty="0">
              <a:latin typeface="맑은 고딕" panose="020B0503020000020004" pitchFamily="50" charset="-127"/>
            </a:endParaRPr>
          </a:p>
        </p:txBody>
      </p:sp>
      <p:sp>
        <p:nvSpPr>
          <p:cNvPr id="52" name="Text 10">
            <a:extLst>
              <a:ext uri="{FF2B5EF4-FFF2-40B4-BE49-F238E27FC236}">
                <a16:creationId xmlns:a16="http://schemas.microsoft.com/office/drawing/2014/main" id="{FD5737AA-CA30-4D99-8651-4970164A7CC5}"/>
              </a:ext>
            </a:extLst>
          </p:cNvPr>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10</a:t>
            </a:r>
            <a:endParaRPr lang="en-US" sz="1950" b="1" dirty="0">
              <a:latin typeface="맑은 고딕" panose="020B0503020000020004" pitchFamily="50" charset="-127"/>
            </a:endParaRPr>
          </a:p>
        </p:txBody>
      </p:sp>
      <p:sp>
        <p:nvSpPr>
          <p:cNvPr id="53" name="Shape 11">
            <a:extLst>
              <a:ext uri="{FF2B5EF4-FFF2-40B4-BE49-F238E27FC236}">
                <a16:creationId xmlns:a16="http://schemas.microsoft.com/office/drawing/2014/main" id="{51123F98-9DEB-4415-A024-E19137474B63}"/>
              </a:ext>
            </a:extLst>
          </p:cNvPr>
          <p:cNvSpPr/>
          <p:nvPr/>
        </p:nvSpPr>
        <p:spPr>
          <a:xfrm>
            <a:off x="1467526" y="3020410"/>
            <a:ext cx="13115250" cy="3486921"/>
          </a:xfrm>
          <a:prstGeom prst="roundRect">
            <a:avLst>
              <a:gd name="adj" fmla="val 8209"/>
            </a:avLst>
          </a:prstGeom>
          <a:solidFill>
            <a:srgbClr val="3E3C38"/>
          </a:solidFill>
          <a:ln/>
        </p:spPr>
        <p:txBody>
          <a:bodyPr/>
          <a:lstStyle/>
          <a:p>
            <a:endParaRPr lang="ko-KR" altLang="en-US" dirty="0"/>
          </a:p>
        </p:txBody>
      </p:sp>
      <p:pic>
        <p:nvPicPr>
          <p:cNvPr id="19"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rot="4418998">
            <a:off x="1603298" y="3184757"/>
            <a:ext cx="1126437" cy="1126437"/>
          </a:xfrm>
          <a:prstGeom prst="rect">
            <a:avLst/>
          </a:prstGeom>
        </p:spPr>
      </p:pic>
      <p:grpSp>
        <p:nvGrpSpPr>
          <p:cNvPr id="7" name="그룹 6">
            <a:extLst>
              <a:ext uri="{FF2B5EF4-FFF2-40B4-BE49-F238E27FC236}">
                <a16:creationId xmlns:a16="http://schemas.microsoft.com/office/drawing/2014/main" id="{A59A10D3-057E-4627-96A5-789D5F7ED24F}"/>
              </a:ext>
            </a:extLst>
          </p:cNvPr>
          <p:cNvGrpSpPr/>
          <p:nvPr/>
        </p:nvGrpSpPr>
        <p:grpSpPr>
          <a:xfrm>
            <a:off x="2485281" y="4221397"/>
            <a:ext cx="11144250" cy="1238250"/>
            <a:chOff x="1352550" y="8039100"/>
            <a:chExt cx="11144250" cy="1238250"/>
          </a:xfrm>
        </p:grpSpPr>
        <p:sp>
          <p:nvSpPr>
            <p:cNvPr id="34" name="Shape 31"/>
            <p:cNvSpPr/>
            <p:nvPr/>
          </p:nvSpPr>
          <p:spPr>
            <a:xfrm>
              <a:off x="1352550" y="8039100"/>
              <a:ext cx="902643" cy="1238250"/>
            </a:xfrm>
            <a:prstGeom prst="roundRect">
              <a:avLst>
                <a:gd name="adj" fmla="val 12663"/>
              </a:avLst>
            </a:prstGeom>
            <a:solidFill>
              <a:srgbClr val="8AA6C0"/>
            </a:solidFill>
            <a:ln/>
          </p:spPr>
          <p:txBody>
            <a:bodyPr/>
            <a:lstStyle/>
            <a:p>
              <a:endParaRPr lang="ko-KR" altLang="en-US"/>
            </a:p>
          </p:txBody>
        </p:sp>
        <p:sp>
          <p:nvSpPr>
            <p:cNvPr id="35" name="Text 32"/>
            <p:cNvSpPr/>
            <p:nvPr/>
          </p:nvSpPr>
          <p:spPr>
            <a:xfrm>
              <a:off x="1487045" y="8153400"/>
              <a:ext cx="699180" cy="1047750"/>
            </a:xfrm>
            <a:prstGeom prst="rect">
              <a:avLst/>
            </a:prstGeom>
            <a:noFill/>
            <a:ln/>
          </p:spPr>
          <p:txBody>
            <a:bodyPr wrap="square" lIns="25400" tIns="25400" rIns="25400" bIns="25400" rtlCol="0" anchor="ctr">
              <a:normAutofit/>
            </a:bodyPr>
            <a:lstStyle/>
            <a:p>
              <a:pPr marL="0" indent="0" algn="l">
                <a:buNone/>
              </a:pPr>
              <a:r>
                <a:rPr lang="en-US" sz="1800" b="1" dirty="0">
                  <a:solidFill>
                    <a:srgbClr val="FBF8EF"/>
                  </a:solidFill>
                  <a:latin typeface="Microsoft YaHei" panose="020B0503020204020204" pitchFamily="34" charset="-122"/>
                  <a:ea typeface="Microsoft YaHei" panose="020B0503020204020204" pitchFamily="34" charset="-122"/>
                  <a:cs typeface="Space Mono" pitchFamily="34" charset="-120"/>
                </a:rPr>
                <a:t>DAY1</a:t>
              </a:r>
              <a:endParaRPr lang="en-US" sz="1800" dirty="0">
                <a:latin typeface="맑은 고딕" panose="020B0503020000020004" pitchFamily="50" charset="-127"/>
              </a:endParaRPr>
            </a:p>
          </p:txBody>
        </p:sp>
        <p:sp>
          <p:nvSpPr>
            <p:cNvPr id="36" name="Text 33"/>
            <p:cNvSpPr/>
            <p:nvPr/>
          </p:nvSpPr>
          <p:spPr>
            <a:xfrm>
              <a:off x="2369493" y="8339137"/>
              <a:ext cx="775841" cy="333375"/>
            </a:xfrm>
            <a:prstGeom prst="rect">
              <a:avLst/>
            </a:prstGeom>
            <a:noFill/>
            <a:ln/>
          </p:spPr>
          <p:txBody>
            <a:bodyPr wrap="square" lIns="25400" tIns="25400" rIns="25400" bIns="25400" rtlCol="0" anchor="t">
              <a:normAutofit fontScale="92500"/>
            </a:bodyPr>
            <a:lstStyle/>
            <a:p>
              <a:pPr marL="0" indent="0" algn="ctr">
                <a:buNone/>
              </a:pPr>
              <a:r>
                <a:rPr lang="en-US" sz="1950" b="1" dirty="0">
                  <a:solidFill>
                    <a:schemeClr val="bg2"/>
                  </a:solidFill>
                  <a:latin typeface="맑은 고딕" panose="020B0503020000020004" pitchFamily="50" charset="-127"/>
                  <a:ea typeface="맑은 고딕" panose="020B0503020000020004" pitchFamily="50" charset="-127"/>
                  <a:cs typeface="Pretendard" pitchFamily="34" charset="-120"/>
                </a:rPr>
                <a:t>성심당</a:t>
              </a:r>
              <a:endParaRPr lang="en-US" sz="1950" dirty="0">
                <a:solidFill>
                  <a:schemeClr val="bg2"/>
                </a:solidFill>
                <a:latin typeface="맑은 고딕" panose="020B0503020000020004" pitchFamily="50" charset="-127"/>
              </a:endParaRPr>
            </a:p>
          </p:txBody>
        </p:sp>
        <p:sp>
          <p:nvSpPr>
            <p:cNvPr id="37" name="Text 34"/>
            <p:cNvSpPr/>
            <p:nvPr/>
          </p:nvSpPr>
          <p:spPr>
            <a:xfrm>
              <a:off x="2369493" y="8634413"/>
              <a:ext cx="775841"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9A9486"/>
                  </a:solidFill>
                  <a:latin typeface="Microsoft YaHei" panose="020B0503020204020204" pitchFamily="34" charset="-122"/>
                  <a:ea typeface="Microsoft YaHei" panose="020B0503020204020204" pitchFamily="34" charset="-122"/>
                  <a:cs typeface="Space Mono" pitchFamily="34" charset="-120"/>
                </a:rPr>
                <a:t>09:00</a:t>
              </a:r>
              <a:endParaRPr lang="en-US" sz="1800" dirty="0">
                <a:latin typeface="맑은 고딕" panose="020B0503020000020004" pitchFamily="50" charset="-127"/>
              </a:endParaRPr>
            </a:p>
          </p:txBody>
        </p:sp>
        <p:sp>
          <p:nvSpPr>
            <p:cNvPr id="38" name="Shape 35"/>
            <p:cNvSpPr/>
            <p:nvPr/>
          </p:nvSpPr>
          <p:spPr>
            <a:xfrm>
              <a:off x="3221534" y="8448675"/>
              <a:ext cx="2136725" cy="19050"/>
            </a:xfrm>
            <a:prstGeom prst="rect">
              <a:avLst/>
            </a:prstGeom>
            <a:solidFill>
              <a:srgbClr val="C7BFA9"/>
            </a:solidFill>
            <a:ln/>
          </p:spPr>
          <p:txBody>
            <a:bodyPr/>
            <a:lstStyle/>
            <a:p>
              <a:endParaRPr lang="ko-KR" altLang="en-US"/>
            </a:p>
          </p:txBody>
        </p:sp>
        <p:sp>
          <p:nvSpPr>
            <p:cNvPr id="39" name="Text 36"/>
            <p:cNvSpPr/>
            <p:nvPr/>
          </p:nvSpPr>
          <p:spPr>
            <a:xfrm>
              <a:off x="3183434" y="8524875"/>
              <a:ext cx="2212925"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A29C8C"/>
                  </a:solidFill>
                  <a:latin typeface="Microsoft YaHei" panose="020B0503020204020204" pitchFamily="34" charset="-122"/>
                  <a:ea typeface="Microsoft YaHei" panose="020B0503020204020204" pitchFamily="34" charset="-122"/>
                  <a:cs typeface="Space Mono" pitchFamily="34" charset="-120"/>
                </a:rPr>
                <a:t>KTX 1h54</a:t>
              </a:r>
              <a:endParaRPr lang="en-US" sz="1800" dirty="0">
                <a:latin typeface="맑은 고딕" panose="020B0503020000020004" pitchFamily="50" charset="-127"/>
              </a:endParaRPr>
            </a:p>
          </p:txBody>
        </p:sp>
        <p:sp>
          <p:nvSpPr>
            <p:cNvPr id="40" name="Text 37"/>
            <p:cNvSpPr/>
            <p:nvPr/>
          </p:nvSpPr>
          <p:spPr>
            <a:xfrm>
              <a:off x="5434459" y="8339137"/>
              <a:ext cx="932408" cy="333375"/>
            </a:xfrm>
            <a:prstGeom prst="rect">
              <a:avLst/>
            </a:prstGeom>
            <a:noFill/>
            <a:ln/>
          </p:spPr>
          <p:txBody>
            <a:bodyPr wrap="square" lIns="25400" tIns="25400" rIns="25400" bIns="25400" rtlCol="0" anchor="t">
              <a:normAutofit fontScale="85000" lnSpcReduction="10000"/>
            </a:bodyPr>
            <a:lstStyle/>
            <a:p>
              <a:pPr marL="0" indent="0" algn="ctr">
                <a:buNone/>
              </a:pPr>
              <a:r>
                <a:rPr lang="en-US" sz="1950" b="1" dirty="0">
                  <a:solidFill>
                    <a:schemeClr val="bg2"/>
                  </a:solidFill>
                  <a:latin typeface="맑은 고딕" panose="020B0503020000020004" pitchFamily="50" charset="-127"/>
                  <a:ea typeface="맑은 고딕" panose="020B0503020000020004" pitchFamily="50" charset="-127"/>
                  <a:cs typeface="Pretendard" pitchFamily="34" charset="-120"/>
                </a:rPr>
                <a:t>안목해변</a:t>
              </a:r>
              <a:endParaRPr lang="en-US" sz="1950" dirty="0">
                <a:solidFill>
                  <a:schemeClr val="bg2"/>
                </a:solidFill>
                <a:latin typeface="맑은 고딕" panose="020B0503020000020004" pitchFamily="50" charset="-127"/>
              </a:endParaRPr>
            </a:p>
          </p:txBody>
        </p:sp>
        <p:sp>
          <p:nvSpPr>
            <p:cNvPr id="41" name="Text 38"/>
            <p:cNvSpPr/>
            <p:nvPr/>
          </p:nvSpPr>
          <p:spPr>
            <a:xfrm>
              <a:off x="5434459" y="8634413"/>
              <a:ext cx="932408"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9A9486"/>
                  </a:solidFill>
                  <a:latin typeface="Microsoft YaHei" panose="020B0503020204020204" pitchFamily="34" charset="-122"/>
                  <a:ea typeface="Microsoft YaHei" panose="020B0503020204020204" pitchFamily="34" charset="-122"/>
                  <a:cs typeface="Space Mono" pitchFamily="34" charset="-120"/>
                </a:rPr>
                <a:t>12:00</a:t>
              </a:r>
              <a:endParaRPr lang="en-US" sz="1800" dirty="0">
                <a:latin typeface="맑은 고딕" panose="020B0503020000020004" pitchFamily="50" charset="-127"/>
              </a:endParaRPr>
            </a:p>
          </p:txBody>
        </p:sp>
        <p:sp>
          <p:nvSpPr>
            <p:cNvPr id="42" name="Shape 39"/>
            <p:cNvSpPr/>
            <p:nvPr/>
          </p:nvSpPr>
          <p:spPr>
            <a:xfrm>
              <a:off x="6443067" y="8448675"/>
              <a:ext cx="2136725" cy="19050"/>
            </a:xfrm>
            <a:prstGeom prst="rect">
              <a:avLst/>
            </a:prstGeom>
            <a:solidFill>
              <a:srgbClr val="C7BFA9"/>
            </a:solidFill>
            <a:ln/>
          </p:spPr>
          <p:txBody>
            <a:bodyPr/>
            <a:lstStyle/>
            <a:p>
              <a:endParaRPr lang="ko-KR" altLang="en-US"/>
            </a:p>
          </p:txBody>
        </p:sp>
        <p:sp>
          <p:nvSpPr>
            <p:cNvPr id="43" name="Text 40"/>
            <p:cNvSpPr/>
            <p:nvPr/>
          </p:nvSpPr>
          <p:spPr>
            <a:xfrm>
              <a:off x="6404967" y="8524875"/>
              <a:ext cx="2212925"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A29C8C"/>
                  </a:solidFill>
                  <a:latin typeface="Microsoft YaHei" panose="020B0503020204020204" pitchFamily="34" charset="-122"/>
                  <a:ea typeface="Microsoft YaHei" panose="020B0503020204020204" pitchFamily="34" charset="-122"/>
                  <a:cs typeface="Space Mono" pitchFamily="34" charset="-120"/>
                </a:rPr>
                <a:t>차 15분</a:t>
              </a:r>
              <a:endParaRPr lang="en-US" sz="1800" dirty="0">
                <a:latin typeface="맑은 고딕" panose="020B0503020000020004" pitchFamily="50" charset="-127"/>
              </a:endParaRPr>
            </a:p>
          </p:txBody>
        </p:sp>
        <p:sp>
          <p:nvSpPr>
            <p:cNvPr id="44" name="Text 41"/>
            <p:cNvSpPr/>
            <p:nvPr/>
          </p:nvSpPr>
          <p:spPr>
            <a:xfrm>
              <a:off x="8655993" y="8339137"/>
              <a:ext cx="775841" cy="333375"/>
            </a:xfrm>
            <a:prstGeom prst="rect">
              <a:avLst/>
            </a:prstGeom>
            <a:noFill/>
            <a:ln/>
          </p:spPr>
          <p:txBody>
            <a:bodyPr wrap="square" lIns="25400" tIns="25400" rIns="25400" bIns="25400" rtlCol="0" anchor="t">
              <a:normAutofit fontScale="92500"/>
            </a:bodyPr>
            <a:lstStyle/>
            <a:p>
              <a:pPr marL="0" indent="0" algn="ctr">
                <a:buNone/>
              </a:pPr>
              <a:r>
                <a:rPr lang="en-US" sz="1950" b="1" dirty="0">
                  <a:solidFill>
                    <a:schemeClr val="bg2"/>
                  </a:solidFill>
                  <a:latin typeface="맑은 고딕" panose="020B0503020000020004" pitchFamily="50" charset="-127"/>
                  <a:ea typeface="맑은 고딕" panose="020B0503020000020004" pitchFamily="50" charset="-127"/>
                  <a:cs typeface="Pretendard" pitchFamily="34" charset="-120"/>
                </a:rPr>
                <a:t>오죽헌</a:t>
              </a:r>
              <a:endParaRPr lang="en-US" sz="1950" dirty="0">
                <a:solidFill>
                  <a:schemeClr val="bg2"/>
                </a:solidFill>
                <a:latin typeface="맑은 고딕" panose="020B0503020000020004" pitchFamily="50" charset="-127"/>
              </a:endParaRPr>
            </a:p>
          </p:txBody>
        </p:sp>
        <p:sp>
          <p:nvSpPr>
            <p:cNvPr id="45" name="Text 42"/>
            <p:cNvSpPr/>
            <p:nvPr/>
          </p:nvSpPr>
          <p:spPr>
            <a:xfrm>
              <a:off x="8655993" y="8634413"/>
              <a:ext cx="775841"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9A9486"/>
                  </a:solidFill>
                  <a:latin typeface="Microsoft YaHei" panose="020B0503020204020204" pitchFamily="34" charset="-122"/>
                  <a:ea typeface="Microsoft YaHei" panose="020B0503020204020204" pitchFamily="34" charset="-122"/>
                  <a:cs typeface="Space Mono" pitchFamily="34" charset="-120"/>
                </a:rPr>
                <a:t>14:30</a:t>
              </a:r>
              <a:endParaRPr lang="en-US" sz="1800" dirty="0">
                <a:latin typeface="맑은 고딕" panose="020B0503020000020004" pitchFamily="50" charset="-127"/>
              </a:endParaRPr>
            </a:p>
          </p:txBody>
        </p:sp>
        <p:sp>
          <p:nvSpPr>
            <p:cNvPr id="46" name="Shape 43"/>
            <p:cNvSpPr/>
            <p:nvPr/>
          </p:nvSpPr>
          <p:spPr>
            <a:xfrm>
              <a:off x="9508034" y="8448675"/>
              <a:ext cx="2136725" cy="19050"/>
            </a:xfrm>
            <a:prstGeom prst="rect">
              <a:avLst/>
            </a:prstGeom>
            <a:solidFill>
              <a:srgbClr val="C7BFA9"/>
            </a:solidFill>
            <a:ln/>
          </p:spPr>
          <p:txBody>
            <a:bodyPr/>
            <a:lstStyle/>
            <a:p>
              <a:endParaRPr lang="ko-KR" altLang="en-US"/>
            </a:p>
          </p:txBody>
        </p:sp>
        <p:sp>
          <p:nvSpPr>
            <p:cNvPr id="47" name="Text 44"/>
            <p:cNvSpPr/>
            <p:nvPr/>
          </p:nvSpPr>
          <p:spPr>
            <a:xfrm>
              <a:off x="9469934" y="8524875"/>
              <a:ext cx="2212925"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A29C8C"/>
                  </a:solidFill>
                  <a:latin typeface="Microsoft YaHei" panose="020B0503020204020204" pitchFamily="34" charset="-122"/>
                  <a:ea typeface="Microsoft YaHei" panose="020B0503020204020204" pitchFamily="34" charset="-122"/>
                  <a:cs typeface="Space Mono" pitchFamily="34" charset="-120"/>
                </a:rPr>
                <a:t>도보 6분</a:t>
              </a:r>
              <a:endParaRPr lang="en-US" sz="1800" dirty="0">
                <a:latin typeface="맑은 고딕" panose="020B0503020000020004" pitchFamily="50" charset="-127"/>
              </a:endParaRPr>
            </a:p>
          </p:txBody>
        </p:sp>
        <p:sp>
          <p:nvSpPr>
            <p:cNvPr id="48" name="Text 45"/>
            <p:cNvSpPr/>
            <p:nvPr/>
          </p:nvSpPr>
          <p:spPr>
            <a:xfrm>
              <a:off x="11720959" y="8339137"/>
              <a:ext cx="775841" cy="333375"/>
            </a:xfrm>
            <a:prstGeom prst="rect">
              <a:avLst/>
            </a:prstGeom>
            <a:noFill/>
            <a:ln/>
          </p:spPr>
          <p:txBody>
            <a:bodyPr wrap="square" lIns="25400" tIns="25400" rIns="25400" bIns="25400" rtlCol="0" anchor="t">
              <a:normAutofit fontScale="92500"/>
            </a:bodyPr>
            <a:lstStyle/>
            <a:p>
              <a:pPr marL="0" indent="0" algn="ctr">
                <a:buNone/>
              </a:pPr>
              <a:r>
                <a:rPr lang="en-US" sz="1950" b="1" dirty="0">
                  <a:solidFill>
                    <a:schemeClr val="bg2"/>
                  </a:solidFill>
                  <a:latin typeface="맑은 고딕" panose="020B0503020000020004" pitchFamily="50" charset="-127"/>
                  <a:ea typeface="맑은 고딕" panose="020B0503020000020004" pitchFamily="50" charset="-127"/>
                  <a:cs typeface="Pretendard" pitchFamily="34" charset="-120"/>
                </a:rPr>
                <a:t>경포호</a:t>
              </a:r>
              <a:endParaRPr lang="en-US" sz="1950" dirty="0">
                <a:solidFill>
                  <a:schemeClr val="bg2"/>
                </a:solidFill>
                <a:latin typeface="맑은 고딕" panose="020B0503020000020004" pitchFamily="50" charset="-127"/>
              </a:endParaRPr>
            </a:p>
          </p:txBody>
        </p:sp>
        <p:sp>
          <p:nvSpPr>
            <p:cNvPr id="49" name="Text 46"/>
            <p:cNvSpPr/>
            <p:nvPr/>
          </p:nvSpPr>
          <p:spPr>
            <a:xfrm>
              <a:off x="11720959" y="8634413"/>
              <a:ext cx="775841"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9A9486"/>
                  </a:solidFill>
                  <a:latin typeface="Microsoft YaHei" panose="020B0503020204020204" pitchFamily="34" charset="-122"/>
                  <a:ea typeface="Microsoft YaHei" panose="020B0503020204020204" pitchFamily="34" charset="-122"/>
                  <a:cs typeface="Space Mono" pitchFamily="34" charset="-120"/>
                </a:rPr>
                <a:t>16:00</a:t>
              </a:r>
              <a:endParaRPr lang="en-US" sz="1800" dirty="0">
                <a:latin typeface="맑은 고딕" panose="020B0503020000020004" pitchFamily="50" charset="-127"/>
              </a:endParaRPr>
            </a:p>
          </p:txBody>
        </p:sp>
      </p:grpSp>
    </p:spTree>
    <p:extLst>
      <p:ext uri="{BB962C8B-B14F-4D97-AF65-F5344CB8AC3E}">
        <p14:creationId xmlns:p14="http://schemas.microsoft.com/office/powerpoint/2010/main" val="1263219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5497250"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Feature 04 · Vote</a:t>
            </a:r>
            <a:endParaRPr lang="en-US" sz="2550" dirty="0">
              <a:latin typeface="맑은 고딕" panose="020B0503020000020004" pitchFamily="50" charset="-127"/>
            </a:endParaRPr>
          </a:p>
        </p:txBody>
      </p:sp>
      <p:sp>
        <p:nvSpPr>
          <p:cNvPr id="11" name="Text 9"/>
          <p:cNvSpPr/>
          <p:nvPr/>
        </p:nvSpPr>
        <p:spPr>
          <a:xfrm>
            <a:off x="1352550" y="1762125"/>
            <a:ext cx="5497250"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투표로 함께 정하기</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11</a:t>
            </a:r>
            <a:endParaRPr lang="en-US" sz="1950" b="1" dirty="0">
              <a:latin typeface="맑은 고딕" panose="020B0503020000020004" pitchFamily="50" charset="-127"/>
            </a:endParaRPr>
          </a:p>
        </p:txBody>
      </p:sp>
      <p:sp>
        <p:nvSpPr>
          <p:cNvPr id="13" name="Text 11"/>
          <p:cNvSpPr/>
          <p:nvPr/>
        </p:nvSpPr>
        <p:spPr>
          <a:xfrm>
            <a:off x="1352550" y="3000375"/>
            <a:ext cx="9036189" cy="35242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8C887C"/>
                </a:solidFill>
                <a:latin typeface="맑은 고딕" panose="020B0503020000020004" pitchFamily="50" charset="-127"/>
                <a:ea typeface="맑은 고딕" panose="020B0503020000020004" pitchFamily="50" charset="-127"/>
                <a:cs typeface="Pretendard" pitchFamily="34" charset="-120"/>
              </a:rPr>
              <a:t>점심 장소 투표 · 마감 D-1</a:t>
            </a:r>
            <a:endParaRPr lang="en-US" sz="2025" dirty="0">
              <a:latin typeface="맑은 고딕" panose="020B0503020000020004" pitchFamily="50" charset="-127"/>
            </a:endParaRPr>
          </a:p>
        </p:txBody>
      </p:sp>
      <p:sp>
        <p:nvSpPr>
          <p:cNvPr id="14" name="Shape 12"/>
          <p:cNvSpPr/>
          <p:nvPr/>
        </p:nvSpPr>
        <p:spPr>
          <a:xfrm>
            <a:off x="1352550" y="3505200"/>
            <a:ext cx="8214717" cy="1238250"/>
          </a:xfrm>
          <a:prstGeom prst="roundRect">
            <a:avLst>
              <a:gd name="adj" fmla="val 13846"/>
            </a:avLst>
          </a:prstGeom>
          <a:solidFill>
            <a:srgbClr val="E4EAF0"/>
          </a:solidFill>
          <a:ln/>
        </p:spPr>
        <p:txBody>
          <a:bodyPr/>
          <a:lstStyle/>
          <a:p>
            <a:endParaRPr lang="ko-KR" altLang="en-US"/>
          </a:p>
        </p:txBody>
      </p:sp>
      <p:sp>
        <p:nvSpPr>
          <p:cNvPr id="15" name="Text 13"/>
          <p:cNvSpPr/>
          <p:nvPr/>
        </p:nvSpPr>
        <p:spPr>
          <a:xfrm>
            <a:off x="1619250" y="3895725"/>
            <a:ext cx="248841" cy="495300"/>
          </a:xfrm>
          <a:prstGeom prst="rect">
            <a:avLst/>
          </a:prstGeom>
          <a:noFill/>
          <a:ln/>
        </p:spPr>
        <p:txBody>
          <a:bodyPr wrap="square" lIns="25400" tIns="25400" rIns="25400" bIns="25400" rtlCol="0" anchor="t">
            <a:normAutofit lnSpcReduction="10000"/>
          </a:bodyPr>
          <a:lstStyle/>
          <a:p>
            <a:pPr marL="0" indent="0" algn="l">
              <a:buNone/>
            </a:pPr>
            <a:r>
              <a:rPr lang="en-US" sz="3000" b="1" i="1" dirty="0">
                <a:solidFill>
                  <a:srgbClr val="8AA6C0"/>
                </a:solidFill>
                <a:latin typeface="맑은 고딕" panose="020B0503020000020004" pitchFamily="50" charset="-127"/>
                <a:ea typeface="맑은 고딕" panose="020B0503020000020004" pitchFamily="50" charset="-127"/>
                <a:cs typeface="Bitter" pitchFamily="34" charset="-120"/>
              </a:rPr>
              <a:t>1</a:t>
            </a:r>
            <a:endParaRPr lang="en-US" sz="3000" dirty="0">
              <a:latin typeface="맑은 고딕" panose="020B0503020000020004" pitchFamily="50" charset="-127"/>
            </a:endParaRPr>
          </a:p>
        </p:txBody>
      </p:sp>
      <p:sp>
        <p:nvSpPr>
          <p:cNvPr id="16" name="Text 14"/>
          <p:cNvSpPr/>
          <p:nvPr/>
        </p:nvSpPr>
        <p:spPr>
          <a:xfrm>
            <a:off x="2001441" y="3714750"/>
            <a:ext cx="8029039" cy="40005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4A4A4A"/>
                </a:solidFill>
                <a:latin typeface="맑은 고딕" panose="020B0503020000020004" pitchFamily="50" charset="-127"/>
                <a:ea typeface="맑은 고딕" panose="020B0503020000020004" pitchFamily="50" charset="-127"/>
                <a:cs typeface="Pretendard" pitchFamily="34" charset="-120"/>
              </a:rPr>
              <a:t>성심당 빵투어</a:t>
            </a:r>
            <a:endParaRPr lang="en-US" sz="2400" dirty="0">
              <a:latin typeface="맑은 고딕" panose="020B0503020000020004" pitchFamily="50" charset="-127"/>
            </a:endParaRPr>
          </a:p>
        </p:txBody>
      </p:sp>
      <p:sp>
        <p:nvSpPr>
          <p:cNvPr id="17" name="Shape 15"/>
          <p:cNvSpPr/>
          <p:nvPr/>
        </p:nvSpPr>
        <p:spPr>
          <a:xfrm>
            <a:off x="2001441" y="4295775"/>
            <a:ext cx="6712744" cy="133350"/>
          </a:xfrm>
          <a:prstGeom prst="roundRect">
            <a:avLst>
              <a:gd name="adj" fmla="val 50000"/>
            </a:avLst>
          </a:prstGeom>
          <a:solidFill>
            <a:srgbClr val="CDD7E2"/>
          </a:solidFill>
          <a:ln/>
        </p:spPr>
        <p:txBody>
          <a:bodyPr/>
          <a:lstStyle/>
          <a:p>
            <a:endParaRPr lang="ko-KR" altLang="en-US"/>
          </a:p>
        </p:txBody>
      </p:sp>
      <p:sp>
        <p:nvSpPr>
          <p:cNvPr id="18" name="Shape 16"/>
          <p:cNvSpPr/>
          <p:nvPr/>
        </p:nvSpPr>
        <p:spPr>
          <a:xfrm>
            <a:off x="2001441" y="4295775"/>
            <a:ext cx="6041380" cy="133350"/>
          </a:xfrm>
          <a:prstGeom prst="roundRect">
            <a:avLst>
              <a:gd name="adj" fmla="val 50000"/>
            </a:avLst>
          </a:prstGeom>
          <a:solidFill>
            <a:srgbClr val="8AA6C0"/>
          </a:solidFill>
          <a:ln/>
        </p:spPr>
        <p:txBody>
          <a:bodyPr/>
          <a:lstStyle/>
          <a:p>
            <a:endParaRPr lang="ko-KR" altLang="en-US"/>
          </a:p>
        </p:txBody>
      </p:sp>
      <p:sp>
        <p:nvSpPr>
          <p:cNvPr id="19" name="Text 17"/>
          <p:cNvSpPr/>
          <p:nvPr/>
        </p:nvSpPr>
        <p:spPr>
          <a:xfrm>
            <a:off x="8866584" y="4191000"/>
            <a:ext cx="510183"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9표</a:t>
            </a:r>
            <a:endParaRPr lang="en-US" sz="2250" dirty="0">
              <a:latin typeface="맑은 고딕" panose="020B0503020000020004" pitchFamily="50" charset="-127"/>
            </a:endParaRPr>
          </a:p>
        </p:txBody>
      </p:sp>
      <p:sp>
        <p:nvSpPr>
          <p:cNvPr id="20" name="Shape 18"/>
          <p:cNvSpPr/>
          <p:nvPr/>
        </p:nvSpPr>
        <p:spPr>
          <a:xfrm rot="-539999">
            <a:off x="7978974" y="3390900"/>
            <a:ext cx="1343024" cy="457200"/>
          </a:xfrm>
          <a:prstGeom prst="roundRect">
            <a:avLst>
              <a:gd name="adj" fmla="val 20833"/>
            </a:avLst>
          </a:prstGeom>
          <a:solidFill>
            <a:srgbClr val="FBF8EF"/>
          </a:solidFill>
          <a:ln w="28575">
            <a:solidFill>
              <a:srgbClr val="8AA6C0"/>
            </a:solidFill>
            <a:prstDash val="solid"/>
          </a:ln>
        </p:spPr>
        <p:txBody>
          <a:bodyPr/>
          <a:lstStyle/>
          <a:p>
            <a:endParaRPr lang="ko-KR" altLang="en-US"/>
          </a:p>
        </p:txBody>
      </p:sp>
      <p:sp>
        <p:nvSpPr>
          <p:cNvPr id="21" name="Text 19"/>
          <p:cNvSpPr/>
          <p:nvPr/>
        </p:nvSpPr>
        <p:spPr>
          <a:xfrm rot="-539999">
            <a:off x="8140899" y="3448050"/>
            <a:ext cx="1095375" cy="381000"/>
          </a:xfrm>
          <a:prstGeom prst="rect">
            <a:avLst/>
          </a:prstGeom>
          <a:noFill/>
          <a:ln/>
        </p:spPr>
        <p:txBody>
          <a:bodyPr wrap="square" lIns="25400" tIns="25400" rIns="25400" bIns="25400" rtlCol="0" anchor="t">
            <a:normAutofit lnSpcReduction="10000"/>
          </a:bodyPr>
          <a:lstStyle/>
          <a:p>
            <a:pPr marL="0" indent="0" algn="l">
              <a:buNone/>
            </a:pPr>
            <a:r>
              <a:rPr lang="en-US" sz="2250" b="1" i="1" dirty="0">
                <a:solidFill>
                  <a:srgbClr val="8AA6C0"/>
                </a:solidFill>
                <a:latin typeface="맑은 고딕" panose="020B0503020000020004" pitchFamily="50" charset="-127"/>
                <a:ea typeface="맑은 고딕" panose="020B0503020000020004" pitchFamily="50" charset="-127"/>
                <a:cs typeface="Bitter" pitchFamily="34" charset="-120"/>
              </a:rPr>
              <a:t>PICKED</a:t>
            </a:r>
            <a:endParaRPr lang="en-US" sz="2250" dirty="0">
              <a:latin typeface="맑은 고딕" panose="020B0503020000020004" pitchFamily="50" charset="-127"/>
            </a:endParaRPr>
          </a:p>
        </p:txBody>
      </p:sp>
      <p:sp>
        <p:nvSpPr>
          <p:cNvPr id="22" name="Shape 20"/>
          <p:cNvSpPr/>
          <p:nvPr/>
        </p:nvSpPr>
        <p:spPr>
          <a:xfrm>
            <a:off x="1352550" y="4914900"/>
            <a:ext cx="8214717" cy="1238250"/>
          </a:xfrm>
          <a:prstGeom prst="roundRect">
            <a:avLst>
              <a:gd name="adj" fmla="val 13846"/>
            </a:avLst>
          </a:prstGeom>
          <a:solidFill>
            <a:srgbClr val="ECE9DD"/>
          </a:solidFill>
          <a:ln/>
        </p:spPr>
        <p:txBody>
          <a:bodyPr/>
          <a:lstStyle/>
          <a:p>
            <a:endParaRPr lang="ko-KR" altLang="en-US"/>
          </a:p>
        </p:txBody>
      </p:sp>
      <p:sp>
        <p:nvSpPr>
          <p:cNvPr id="23" name="Text 21"/>
          <p:cNvSpPr/>
          <p:nvPr/>
        </p:nvSpPr>
        <p:spPr>
          <a:xfrm>
            <a:off x="1619250" y="5305425"/>
            <a:ext cx="295275" cy="495300"/>
          </a:xfrm>
          <a:prstGeom prst="rect">
            <a:avLst/>
          </a:prstGeom>
          <a:noFill/>
          <a:ln/>
        </p:spPr>
        <p:txBody>
          <a:bodyPr wrap="square" lIns="25400" tIns="25400" rIns="25400" bIns="25400" rtlCol="0" anchor="t">
            <a:normAutofit lnSpcReduction="10000"/>
          </a:bodyPr>
          <a:lstStyle/>
          <a:p>
            <a:pPr marL="0" indent="0" algn="l">
              <a:buNone/>
            </a:pPr>
            <a:r>
              <a:rPr lang="en-US" sz="3000" b="1" i="1" dirty="0">
                <a:solidFill>
                  <a:srgbClr val="C3BCA8"/>
                </a:solidFill>
                <a:latin typeface="맑은 고딕" panose="020B0503020000020004" pitchFamily="50" charset="-127"/>
                <a:ea typeface="맑은 고딕" panose="020B0503020000020004" pitchFamily="50" charset="-127"/>
                <a:cs typeface="Bitter" pitchFamily="34" charset="-120"/>
              </a:rPr>
              <a:t>2</a:t>
            </a:r>
            <a:endParaRPr lang="en-US" sz="3000" dirty="0">
              <a:latin typeface="맑은 고딕" panose="020B0503020000020004" pitchFamily="50" charset="-127"/>
            </a:endParaRPr>
          </a:p>
        </p:txBody>
      </p:sp>
      <p:sp>
        <p:nvSpPr>
          <p:cNvPr id="24" name="Text 22"/>
          <p:cNvSpPr/>
          <p:nvPr/>
        </p:nvSpPr>
        <p:spPr>
          <a:xfrm>
            <a:off x="2047875" y="5124450"/>
            <a:ext cx="7977961" cy="40005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4A4A4A"/>
                </a:solidFill>
                <a:latin typeface="맑은 고딕" panose="020B0503020000020004" pitchFamily="50" charset="-127"/>
                <a:ea typeface="맑은 고딕" panose="020B0503020000020004" pitchFamily="50" charset="-127"/>
                <a:cs typeface="Pretendard" pitchFamily="34" charset="-120"/>
              </a:rPr>
              <a:t>칼국수 거리</a:t>
            </a:r>
            <a:endParaRPr lang="en-US" sz="2400" dirty="0">
              <a:latin typeface="맑은 고딕" panose="020B0503020000020004" pitchFamily="50" charset="-127"/>
            </a:endParaRPr>
          </a:p>
        </p:txBody>
      </p:sp>
      <p:sp>
        <p:nvSpPr>
          <p:cNvPr id="25" name="Shape 23"/>
          <p:cNvSpPr/>
          <p:nvPr/>
        </p:nvSpPr>
        <p:spPr>
          <a:xfrm>
            <a:off x="2047875" y="5705475"/>
            <a:ext cx="6666309" cy="133350"/>
          </a:xfrm>
          <a:prstGeom prst="roundRect">
            <a:avLst>
              <a:gd name="adj" fmla="val 50000"/>
            </a:avLst>
          </a:prstGeom>
          <a:solidFill>
            <a:srgbClr val="D8D3C4"/>
          </a:solidFill>
          <a:ln/>
        </p:spPr>
        <p:txBody>
          <a:bodyPr/>
          <a:lstStyle/>
          <a:p>
            <a:endParaRPr lang="ko-KR" altLang="en-US"/>
          </a:p>
        </p:txBody>
      </p:sp>
      <p:sp>
        <p:nvSpPr>
          <p:cNvPr id="26" name="Shape 24"/>
          <p:cNvSpPr/>
          <p:nvPr/>
        </p:nvSpPr>
        <p:spPr>
          <a:xfrm>
            <a:off x="2047875" y="5705475"/>
            <a:ext cx="4666357" cy="133350"/>
          </a:xfrm>
          <a:prstGeom prst="roundRect">
            <a:avLst>
              <a:gd name="adj" fmla="val 50000"/>
            </a:avLst>
          </a:prstGeom>
          <a:solidFill>
            <a:srgbClr val="B6B0A0"/>
          </a:solidFill>
          <a:ln/>
        </p:spPr>
        <p:txBody>
          <a:bodyPr/>
          <a:lstStyle/>
          <a:p>
            <a:endParaRPr lang="ko-KR" altLang="en-US"/>
          </a:p>
        </p:txBody>
      </p:sp>
      <p:sp>
        <p:nvSpPr>
          <p:cNvPr id="27" name="Text 25"/>
          <p:cNvSpPr/>
          <p:nvPr/>
        </p:nvSpPr>
        <p:spPr>
          <a:xfrm>
            <a:off x="8866584" y="5600700"/>
            <a:ext cx="510183"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6E6A60"/>
                </a:solidFill>
                <a:latin typeface="맑은 고딕" panose="020B0503020000020004" pitchFamily="50" charset="-127"/>
                <a:ea typeface="맑은 고딕" panose="020B0503020000020004" pitchFamily="50" charset="-127"/>
                <a:cs typeface="Pretendard" pitchFamily="34" charset="-120"/>
              </a:rPr>
              <a:t>7표</a:t>
            </a:r>
            <a:endParaRPr lang="en-US" sz="2250" dirty="0">
              <a:latin typeface="맑은 고딕" panose="020B0503020000020004" pitchFamily="50" charset="-127"/>
            </a:endParaRPr>
          </a:p>
        </p:txBody>
      </p:sp>
      <p:sp>
        <p:nvSpPr>
          <p:cNvPr id="28" name="Shape 26"/>
          <p:cNvSpPr/>
          <p:nvPr/>
        </p:nvSpPr>
        <p:spPr>
          <a:xfrm>
            <a:off x="1352550" y="6324600"/>
            <a:ext cx="8214717" cy="1238250"/>
          </a:xfrm>
          <a:prstGeom prst="roundRect">
            <a:avLst>
              <a:gd name="adj" fmla="val 13846"/>
            </a:avLst>
          </a:prstGeom>
          <a:solidFill>
            <a:srgbClr val="ECE9DD"/>
          </a:solidFill>
          <a:ln/>
        </p:spPr>
        <p:txBody>
          <a:bodyPr/>
          <a:lstStyle/>
          <a:p>
            <a:endParaRPr lang="ko-KR" altLang="en-US"/>
          </a:p>
        </p:txBody>
      </p:sp>
      <p:sp>
        <p:nvSpPr>
          <p:cNvPr id="29" name="Text 27"/>
          <p:cNvSpPr/>
          <p:nvPr/>
        </p:nvSpPr>
        <p:spPr>
          <a:xfrm>
            <a:off x="1619250" y="6715125"/>
            <a:ext cx="295275" cy="495300"/>
          </a:xfrm>
          <a:prstGeom prst="rect">
            <a:avLst/>
          </a:prstGeom>
          <a:noFill/>
          <a:ln/>
        </p:spPr>
        <p:txBody>
          <a:bodyPr wrap="square" lIns="25400" tIns="25400" rIns="25400" bIns="25400" rtlCol="0" anchor="t">
            <a:normAutofit lnSpcReduction="10000"/>
          </a:bodyPr>
          <a:lstStyle/>
          <a:p>
            <a:pPr marL="0" indent="0" algn="l">
              <a:buNone/>
            </a:pPr>
            <a:r>
              <a:rPr lang="en-US" sz="3000" b="1" i="1" dirty="0">
                <a:solidFill>
                  <a:srgbClr val="C3BCA8"/>
                </a:solidFill>
                <a:latin typeface="맑은 고딕" panose="020B0503020000020004" pitchFamily="50" charset="-127"/>
                <a:ea typeface="맑은 고딕" panose="020B0503020000020004" pitchFamily="50" charset="-127"/>
                <a:cs typeface="Bitter" pitchFamily="34" charset="-120"/>
              </a:rPr>
              <a:t>2</a:t>
            </a:r>
            <a:endParaRPr lang="en-US" sz="3000" dirty="0">
              <a:latin typeface="맑은 고딕" panose="020B0503020000020004" pitchFamily="50" charset="-127"/>
            </a:endParaRPr>
          </a:p>
        </p:txBody>
      </p:sp>
      <p:sp>
        <p:nvSpPr>
          <p:cNvPr id="30" name="Text 28"/>
          <p:cNvSpPr/>
          <p:nvPr/>
        </p:nvSpPr>
        <p:spPr>
          <a:xfrm>
            <a:off x="2047875" y="6534150"/>
            <a:ext cx="7977961" cy="40005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4A4A4A"/>
                </a:solidFill>
                <a:latin typeface="맑은 고딕" panose="020B0503020000020004" pitchFamily="50" charset="-127"/>
                <a:ea typeface="맑은 고딕" panose="020B0503020000020004" pitchFamily="50" charset="-127"/>
                <a:cs typeface="Pretendard" pitchFamily="34" charset="-120"/>
              </a:rPr>
              <a:t>한밭식당</a:t>
            </a:r>
            <a:endParaRPr lang="en-US" sz="2400" dirty="0">
              <a:latin typeface="맑은 고딕" panose="020B0503020000020004" pitchFamily="50" charset="-127"/>
            </a:endParaRPr>
          </a:p>
        </p:txBody>
      </p:sp>
      <p:sp>
        <p:nvSpPr>
          <p:cNvPr id="31" name="Shape 29"/>
          <p:cNvSpPr/>
          <p:nvPr/>
        </p:nvSpPr>
        <p:spPr>
          <a:xfrm>
            <a:off x="2047875" y="7115175"/>
            <a:ext cx="6666309" cy="133350"/>
          </a:xfrm>
          <a:prstGeom prst="roundRect">
            <a:avLst>
              <a:gd name="adj" fmla="val 50000"/>
            </a:avLst>
          </a:prstGeom>
          <a:solidFill>
            <a:srgbClr val="D8D3C4"/>
          </a:solidFill>
          <a:ln/>
        </p:spPr>
        <p:txBody>
          <a:bodyPr/>
          <a:lstStyle/>
          <a:p>
            <a:endParaRPr lang="ko-KR" altLang="en-US"/>
          </a:p>
        </p:txBody>
      </p:sp>
      <p:sp>
        <p:nvSpPr>
          <p:cNvPr id="32" name="Shape 30"/>
          <p:cNvSpPr/>
          <p:nvPr/>
        </p:nvSpPr>
        <p:spPr>
          <a:xfrm>
            <a:off x="2047875" y="7115175"/>
            <a:ext cx="4666357" cy="133350"/>
          </a:xfrm>
          <a:prstGeom prst="roundRect">
            <a:avLst>
              <a:gd name="adj" fmla="val 50000"/>
            </a:avLst>
          </a:prstGeom>
          <a:solidFill>
            <a:srgbClr val="B6B0A0"/>
          </a:solidFill>
          <a:ln/>
        </p:spPr>
        <p:txBody>
          <a:bodyPr/>
          <a:lstStyle/>
          <a:p>
            <a:endParaRPr lang="ko-KR" altLang="en-US"/>
          </a:p>
        </p:txBody>
      </p:sp>
      <p:sp>
        <p:nvSpPr>
          <p:cNvPr id="33" name="Text 31"/>
          <p:cNvSpPr/>
          <p:nvPr/>
        </p:nvSpPr>
        <p:spPr>
          <a:xfrm>
            <a:off x="8866584" y="7010400"/>
            <a:ext cx="510183"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6E6A60"/>
                </a:solidFill>
                <a:latin typeface="맑은 고딕" panose="020B0503020000020004" pitchFamily="50" charset="-127"/>
                <a:ea typeface="맑은 고딕" panose="020B0503020000020004" pitchFamily="50" charset="-127"/>
                <a:cs typeface="Pretendard" pitchFamily="34" charset="-120"/>
              </a:rPr>
              <a:t>7표</a:t>
            </a:r>
            <a:endParaRPr lang="en-US" sz="2250" dirty="0">
              <a:latin typeface="맑은 고딕" panose="020B0503020000020004" pitchFamily="50" charset="-127"/>
            </a:endParaRPr>
          </a:p>
        </p:txBody>
      </p:sp>
      <p:sp>
        <p:nvSpPr>
          <p:cNvPr id="34" name="Shape 32"/>
          <p:cNvSpPr/>
          <p:nvPr/>
        </p:nvSpPr>
        <p:spPr>
          <a:xfrm>
            <a:off x="9872067" y="3000375"/>
            <a:ext cx="4815483" cy="3143250"/>
          </a:xfrm>
          <a:prstGeom prst="roundRect">
            <a:avLst>
              <a:gd name="adj" fmla="val 6061"/>
            </a:avLst>
          </a:prstGeom>
          <a:solidFill>
            <a:srgbClr val="ECE9DD"/>
          </a:solidFill>
          <a:ln/>
        </p:spPr>
        <p:txBody>
          <a:bodyPr/>
          <a:lstStyle/>
          <a:p>
            <a:endParaRPr lang="ko-KR" altLang="en-US"/>
          </a:p>
        </p:txBody>
      </p:sp>
      <p:sp>
        <p:nvSpPr>
          <p:cNvPr id="35" name="Shape 33"/>
          <p:cNvSpPr/>
          <p:nvPr/>
        </p:nvSpPr>
        <p:spPr>
          <a:xfrm>
            <a:off x="10176867" y="3286125"/>
            <a:ext cx="648444" cy="438150"/>
          </a:xfrm>
          <a:prstGeom prst="roundRect">
            <a:avLst>
              <a:gd name="adj" fmla="val 17391"/>
            </a:avLst>
          </a:prstGeom>
          <a:solidFill>
            <a:srgbClr val="3E3C38"/>
          </a:solidFill>
          <a:ln/>
        </p:spPr>
        <p:txBody>
          <a:bodyPr/>
          <a:lstStyle/>
          <a:p>
            <a:endParaRPr lang="ko-KR" altLang="en-US"/>
          </a:p>
        </p:txBody>
      </p:sp>
      <p:sp>
        <p:nvSpPr>
          <p:cNvPr id="36" name="Text 34"/>
          <p:cNvSpPr/>
          <p:nvPr/>
        </p:nvSpPr>
        <p:spPr>
          <a:xfrm>
            <a:off x="10291167" y="3333750"/>
            <a:ext cx="496044" cy="381000"/>
          </a:xfrm>
          <a:prstGeom prst="rect">
            <a:avLst/>
          </a:prstGeom>
          <a:noFill/>
          <a:ln/>
        </p:spPr>
        <p:txBody>
          <a:bodyPr wrap="square" lIns="25400" tIns="25400" rIns="25400" bIns="25400" rtlCol="0" anchor="t">
            <a:normAutofit/>
          </a:bodyPr>
          <a:lstStyle/>
          <a:p>
            <a:pPr marL="0" indent="0" algn="l">
              <a:buNone/>
            </a:pPr>
            <a:r>
              <a:rPr lang="en-US" sz="1800" b="1" dirty="0">
                <a:solidFill>
                  <a:srgbClr val="F3F0E6"/>
                </a:solidFill>
                <a:latin typeface="Microsoft YaHei" panose="020B0503020204020204" pitchFamily="34" charset="-122"/>
                <a:ea typeface="Microsoft YaHei" panose="020B0503020204020204" pitchFamily="34" charset="-122"/>
                <a:cs typeface="Space Mono" pitchFamily="34" charset="-120"/>
              </a:rPr>
              <a:t>TIE</a:t>
            </a:r>
            <a:endParaRPr lang="en-US" sz="1800" dirty="0">
              <a:latin typeface="맑은 고딕" panose="020B0503020000020004" pitchFamily="50" charset="-127"/>
            </a:endParaRPr>
          </a:p>
        </p:txBody>
      </p:sp>
      <p:sp>
        <p:nvSpPr>
          <p:cNvPr id="37" name="Text 35"/>
          <p:cNvSpPr/>
          <p:nvPr/>
        </p:nvSpPr>
        <p:spPr>
          <a:xfrm>
            <a:off x="10939611" y="3343275"/>
            <a:ext cx="1141809" cy="36195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동점이면?</a:t>
            </a:r>
            <a:endParaRPr lang="en-US" sz="2100" dirty="0">
              <a:latin typeface="맑은 고딕" panose="020B0503020000020004" pitchFamily="50" charset="-127"/>
            </a:endParaRPr>
          </a:p>
        </p:txBody>
      </p:sp>
      <p:sp>
        <p:nvSpPr>
          <p:cNvPr id="38" name="Text 36"/>
          <p:cNvSpPr/>
          <p:nvPr/>
        </p:nvSpPr>
        <p:spPr>
          <a:xfrm>
            <a:off x="10176867" y="3895725"/>
            <a:ext cx="4332059" cy="7810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6E6A60"/>
                </a:solidFill>
                <a:latin typeface="맑은 고딕" panose="020B0503020000020004" pitchFamily="50" charset="-127"/>
                <a:ea typeface="맑은 고딕" panose="020B0503020000020004" pitchFamily="50" charset="-127"/>
                <a:cs typeface="Pretendard" pitchFamily="34" charset="-120"/>
              </a:rPr>
              <a:t>먼저 등록된 후보가 우선. 필요하면 </a:t>
            </a:r>
            <a:r>
              <a:rPr lang="en-US" sz="1950" b="1" dirty="0">
                <a:solidFill>
                  <a:srgbClr val="4A4A4A"/>
                </a:solidFill>
                <a:latin typeface="맑은 고딕" panose="020B0503020000020004" pitchFamily="50" charset="-127"/>
                <a:ea typeface="맑은 고딕" panose="020B0503020000020004" pitchFamily="50" charset="-127"/>
                <a:cs typeface="Pretendard" pitchFamily="34" charset="-120"/>
              </a:rPr>
              <a:t>Owner가 수동 확정 </a:t>
            </a:r>
            <a:r>
              <a:rPr lang="en-US" sz="1950" dirty="0">
                <a:solidFill>
                  <a:srgbClr val="6E6A60"/>
                </a:solidFill>
                <a:latin typeface="맑은 고딕" panose="020B0503020000020004" pitchFamily="50" charset="-127"/>
                <a:ea typeface="맑은 고딕" panose="020B0503020000020004" pitchFamily="50" charset="-127"/>
                <a:cs typeface="Pretendard" pitchFamily="34" charset="-120"/>
              </a:rPr>
              <a:t>합니다.</a:t>
            </a:r>
            <a:endParaRPr lang="en-US" sz="1950" dirty="0">
              <a:latin typeface="맑은 고딕" panose="020B0503020000020004" pitchFamily="50" charset="-127"/>
            </a:endParaRPr>
          </a:p>
        </p:txBody>
      </p:sp>
      <p:sp>
        <p:nvSpPr>
          <p:cNvPr id="39" name="Shape 37"/>
          <p:cNvSpPr/>
          <p:nvPr/>
        </p:nvSpPr>
        <p:spPr>
          <a:xfrm>
            <a:off x="9872067" y="6353175"/>
            <a:ext cx="4815483" cy="1209675"/>
          </a:xfrm>
          <a:prstGeom prst="roundRect">
            <a:avLst>
              <a:gd name="adj" fmla="val 15748"/>
            </a:avLst>
          </a:prstGeom>
          <a:solidFill>
            <a:srgbClr val="E4EAF0"/>
          </a:solidFill>
          <a:ln/>
        </p:spPr>
        <p:txBody>
          <a:bodyPr/>
          <a:lstStyle/>
          <a:p>
            <a:endParaRPr lang="ko-KR" altLang="en-US"/>
          </a:p>
        </p:txBody>
      </p:sp>
      <p:sp>
        <p:nvSpPr>
          <p:cNvPr id="40" name="Shape 38"/>
          <p:cNvSpPr/>
          <p:nvPr/>
        </p:nvSpPr>
        <p:spPr>
          <a:xfrm>
            <a:off x="10176867" y="6700838"/>
            <a:ext cx="514350" cy="514350"/>
          </a:xfrm>
          <a:prstGeom prst="ellipse">
            <a:avLst/>
          </a:prstGeom>
          <a:solidFill>
            <a:srgbClr val="8AA6C0"/>
          </a:solidFill>
          <a:ln/>
        </p:spPr>
        <p:txBody>
          <a:bodyPr/>
          <a:lstStyle/>
          <a:p>
            <a:endParaRPr lang="ko-KR" altLang="en-US"/>
          </a:p>
        </p:txBody>
      </p:sp>
      <p:pic>
        <p:nvPicPr>
          <p:cNvPr id="41"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00692" y="6824663"/>
            <a:ext cx="266700" cy="266700"/>
          </a:xfrm>
          <a:prstGeom prst="rect">
            <a:avLst/>
          </a:prstGeom>
        </p:spPr>
      </p:pic>
      <p:sp>
        <p:nvSpPr>
          <p:cNvPr id="42" name="Text 39"/>
          <p:cNvSpPr/>
          <p:nvPr/>
        </p:nvSpPr>
        <p:spPr>
          <a:xfrm>
            <a:off x="10862667" y="6638925"/>
            <a:ext cx="1864831"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실시간 반영</a:t>
            </a:r>
            <a:endParaRPr lang="en-US" sz="2100" dirty="0">
              <a:latin typeface="맑은 고딕" panose="020B0503020000020004" pitchFamily="50" charset="-127"/>
            </a:endParaRPr>
          </a:p>
        </p:txBody>
      </p:sp>
      <p:sp>
        <p:nvSpPr>
          <p:cNvPr id="43" name="Text 40"/>
          <p:cNvSpPr/>
          <p:nvPr/>
        </p:nvSpPr>
        <p:spPr>
          <a:xfrm>
            <a:off x="10862667" y="7000875"/>
            <a:ext cx="1864831"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dirty="0">
                <a:solidFill>
                  <a:srgbClr val="6E7E92"/>
                </a:solidFill>
                <a:latin typeface="맑은 고딕" panose="020B0503020000020004" pitchFamily="50" charset="-127"/>
                <a:ea typeface="맑은 고딕" panose="020B0503020000020004" pitchFamily="50" charset="-127"/>
                <a:cs typeface="Pretendard" pitchFamily="34" charset="-120"/>
              </a:rPr>
              <a:t>투표 즉시 모두에게</a:t>
            </a:r>
            <a:endParaRPr lang="en-US" sz="1800" dirty="0">
              <a:latin typeface="맑은 고딕" panose="020B0503020000020004" pitchFamily="50" charset="-127"/>
            </a:endParaRPr>
          </a:p>
        </p:txBody>
      </p:sp>
      <p:sp>
        <p:nvSpPr>
          <p:cNvPr id="44" name="Text 4">
            <a:extLst>
              <a:ext uri="{FF2B5EF4-FFF2-40B4-BE49-F238E27FC236}">
                <a16:creationId xmlns:a16="http://schemas.microsoft.com/office/drawing/2014/main" id="{6DDA25BB-B142-4BCD-BEFB-E489ACD2EAC2}"/>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45" name="Text 5">
            <a:extLst>
              <a:ext uri="{FF2B5EF4-FFF2-40B4-BE49-F238E27FC236}">
                <a16:creationId xmlns:a16="http://schemas.microsoft.com/office/drawing/2014/main" id="{E92B5610-B201-436A-A8C6-74EFFA1473D3}"/>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3563823" cy="428625"/>
          </a:xfrm>
          <a:prstGeom prst="rect">
            <a:avLst/>
          </a:prstGeom>
          <a:noFill/>
          <a:ln/>
        </p:spPr>
        <p:txBody>
          <a:bodyPr wrap="square" lIns="25400" tIns="25400" rIns="25400" bIns="25400" rtlCol="0" anchor="t">
            <a:normAutofit fontScale="85000"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Feature 05 · Settle</a:t>
            </a:r>
            <a:endParaRPr lang="en-US" sz="2550" dirty="0">
              <a:latin typeface="맑은 고딕" panose="020B0503020000020004" pitchFamily="50" charset="-127"/>
            </a:endParaRPr>
          </a:p>
        </p:txBody>
      </p:sp>
      <p:sp>
        <p:nvSpPr>
          <p:cNvPr id="11" name="Text 9"/>
          <p:cNvSpPr/>
          <p:nvPr/>
        </p:nvSpPr>
        <p:spPr>
          <a:xfrm>
            <a:off x="1352550" y="1762125"/>
            <a:ext cx="3563823"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정산 &amp; 송금</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12</a:t>
            </a:r>
            <a:endParaRPr lang="en-US" sz="1950" b="1" dirty="0">
              <a:latin typeface="맑은 고딕" panose="020B0503020000020004" pitchFamily="50" charset="-127"/>
            </a:endParaRPr>
          </a:p>
        </p:txBody>
      </p:sp>
      <p:sp>
        <p:nvSpPr>
          <p:cNvPr id="13" name="Shape 11"/>
          <p:cNvSpPr/>
          <p:nvPr/>
        </p:nvSpPr>
        <p:spPr>
          <a:xfrm>
            <a:off x="1352550" y="3000375"/>
            <a:ext cx="5454551" cy="2552700"/>
          </a:xfrm>
          <a:prstGeom prst="roundRect">
            <a:avLst>
              <a:gd name="adj" fmla="val 8209"/>
            </a:avLst>
          </a:prstGeom>
          <a:solidFill>
            <a:srgbClr val="3E3C38"/>
          </a:solidFill>
          <a:ln/>
        </p:spPr>
        <p:txBody>
          <a:bodyPr/>
          <a:lstStyle/>
          <a:p>
            <a:endParaRPr lang="ko-KR" altLang="en-US"/>
          </a:p>
        </p:txBody>
      </p:sp>
      <p:sp>
        <p:nvSpPr>
          <p:cNvPr id="14" name="Text 12"/>
          <p:cNvSpPr/>
          <p:nvPr/>
        </p:nvSpPr>
        <p:spPr>
          <a:xfrm>
            <a:off x="1695450" y="3324225"/>
            <a:ext cx="5245626" cy="38100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9A968C"/>
                </a:solidFill>
                <a:latin typeface="Microsoft YaHei" panose="020B0503020204020204" pitchFamily="34" charset="-122"/>
                <a:ea typeface="Microsoft YaHei" panose="020B0503020204020204" pitchFamily="34" charset="-122"/>
                <a:cs typeface="Space Mono" pitchFamily="34" charset="-120"/>
              </a:rPr>
              <a:t>TOTAL SPENT</a:t>
            </a:r>
            <a:endParaRPr lang="en-US" sz="1800" dirty="0">
              <a:latin typeface="맑은 고딕" panose="020B0503020000020004" pitchFamily="50" charset="-127"/>
            </a:endParaRPr>
          </a:p>
        </p:txBody>
      </p:sp>
      <p:sp>
        <p:nvSpPr>
          <p:cNvPr id="15" name="Text 13"/>
          <p:cNvSpPr/>
          <p:nvPr/>
        </p:nvSpPr>
        <p:spPr>
          <a:xfrm>
            <a:off x="1695450" y="3762375"/>
            <a:ext cx="5245626" cy="71437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F3F0E6"/>
                </a:solidFill>
                <a:latin typeface="맑은 고딕" panose="020B0503020000020004" pitchFamily="50" charset="-127"/>
                <a:ea typeface="맑은 고딕" panose="020B0503020000020004" pitchFamily="50" charset="-127"/>
                <a:cs typeface="Pretendard" pitchFamily="34" charset="-120"/>
              </a:rPr>
              <a:t>₩320,000</a:t>
            </a:r>
            <a:endParaRPr lang="en-US" sz="4500" dirty="0">
              <a:latin typeface="맑은 고딕" panose="020B0503020000020004" pitchFamily="50" charset="-127"/>
            </a:endParaRPr>
          </a:p>
        </p:txBody>
      </p:sp>
      <p:sp>
        <p:nvSpPr>
          <p:cNvPr id="16" name="Shape 14"/>
          <p:cNvSpPr/>
          <p:nvPr/>
        </p:nvSpPr>
        <p:spPr>
          <a:xfrm>
            <a:off x="1695450" y="4648200"/>
            <a:ext cx="4768751" cy="9525"/>
          </a:xfrm>
          <a:prstGeom prst="rect">
            <a:avLst/>
          </a:prstGeom>
          <a:solidFill>
            <a:srgbClr val="5E5B54"/>
          </a:solidFill>
          <a:ln/>
        </p:spPr>
        <p:txBody>
          <a:bodyPr/>
          <a:lstStyle/>
          <a:p>
            <a:endParaRPr lang="ko-KR" altLang="en-US"/>
          </a:p>
        </p:txBody>
      </p:sp>
      <p:sp>
        <p:nvSpPr>
          <p:cNvPr id="17" name="Text 15"/>
          <p:cNvSpPr/>
          <p:nvPr/>
        </p:nvSpPr>
        <p:spPr>
          <a:xfrm>
            <a:off x="1695450" y="4914900"/>
            <a:ext cx="995809" cy="333375"/>
          </a:xfrm>
          <a:prstGeom prst="rect">
            <a:avLst/>
          </a:prstGeom>
          <a:noFill/>
          <a:ln/>
        </p:spPr>
        <p:txBody>
          <a:bodyPr wrap="square" lIns="25400" tIns="25400" rIns="25400" bIns="25400" rtlCol="0" anchor="t">
            <a:normAutofit fontScale="92500"/>
          </a:bodyPr>
          <a:lstStyle/>
          <a:p>
            <a:pPr marL="0" indent="0" algn="l">
              <a:buNone/>
            </a:pPr>
            <a:r>
              <a:rPr lang="en-US" sz="1950" dirty="0">
                <a:solidFill>
                  <a:srgbClr val="C9C5BA"/>
                </a:solidFill>
                <a:latin typeface="맑은 고딕" panose="020B0503020000020004" pitchFamily="50" charset="-127"/>
                <a:ea typeface="맑은 고딕" panose="020B0503020000020004" pitchFamily="50" charset="-127"/>
                <a:cs typeface="Pretendard" pitchFamily="34" charset="-120"/>
              </a:rPr>
              <a:t>5명 · 1인</a:t>
            </a:r>
            <a:endParaRPr lang="en-US" sz="1950" dirty="0">
              <a:latin typeface="맑은 고딕" panose="020B0503020000020004" pitchFamily="50" charset="-127"/>
            </a:endParaRPr>
          </a:p>
        </p:txBody>
      </p:sp>
      <p:sp>
        <p:nvSpPr>
          <p:cNvPr id="18" name="Text 16"/>
          <p:cNvSpPr/>
          <p:nvPr/>
        </p:nvSpPr>
        <p:spPr>
          <a:xfrm>
            <a:off x="5016996" y="4848225"/>
            <a:ext cx="1591925"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8AA6C0"/>
                </a:solidFill>
                <a:latin typeface="맑은 고딕" panose="020B0503020000020004" pitchFamily="50" charset="-127"/>
                <a:ea typeface="맑은 고딕" panose="020B0503020000020004" pitchFamily="50" charset="-127"/>
                <a:cs typeface="Pretendard" pitchFamily="34" charset="-120"/>
              </a:rPr>
              <a:t>₩64,000</a:t>
            </a:r>
            <a:endParaRPr lang="en-US" sz="2550" dirty="0">
              <a:latin typeface="맑은 고딕" panose="020B0503020000020004" pitchFamily="50" charset="-127"/>
            </a:endParaRPr>
          </a:p>
        </p:txBody>
      </p:sp>
      <p:sp>
        <p:nvSpPr>
          <p:cNvPr id="19" name="Shape 17"/>
          <p:cNvSpPr/>
          <p:nvPr/>
        </p:nvSpPr>
        <p:spPr>
          <a:xfrm>
            <a:off x="1352550" y="5762625"/>
            <a:ext cx="5454551" cy="803821"/>
          </a:xfrm>
          <a:prstGeom prst="roundRect">
            <a:avLst>
              <a:gd name="adj" fmla="val 21329"/>
            </a:avLst>
          </a:prstGeom>
          <a:solidFill>
            <a:srgbClr val="ECE9DD"/>
          </a:solidFill>
          <a:ln/>
        </p:spPr>
        <p:txBody>
          <a:bodyPr/>
          <a:lstStyle/>
          <a:p>
            <a:endParaRPr lang="ko-KR" altLang="en-US"/>
          </a:p>
        </p:txBody>
      </p:sp>
      <p:pic>
        <p:nvPicPr>
          <p:cNvPr id="20"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38300" y="6021586"/>
            <a:ext cx="285750" cy="285750"/>
          </a:xfrm>
          <a:prstGeom prst="rect">
            <a:avLst/>
          </a:prstGeom>
        </p:spPr>
      </p:pic>
      <p:sp>
        <p:nvSpPr>
          <p:cNvPr id="21" name="Text 18"/>
          <p:cNvSpPr/>
          <p:nvPr/>
        </p:nvSpPr>
        <p:spPr>
          <a:xfrm>
            <a:off x="2076450" y="5991225"/>
            <a:ext cx="3709690" cy="3847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b="1" dirty="0">
                <a:solidFill>
                  <a:srgbClr val="4A4A4A"/>
                </a:solidFill>
                <a:latin typeface="맑은 고딕" panose="020B0503020000020004" pitchFamily="50" charset="-127"/>
                <a:ea typeface="맑은 고딕" panose="020B0503020000020004" pitchFamily="50" charset="-127"/>
                <a:cs typeface="Pretendard" pitchFamily="34" charset="-120"/>
              </a:rPr>
              <a:t>Owner</a:t>
            </a:r>
            <a:r>
              <a:rPr lang="en-US" sz="1950" dirty="0">
                <a:solidFill>
                  <a:srgbClr val="6E6A60"/>
                </a:solidFill>
                <a:latin typeface="맑은 고딕" panose="020B0503020000020004" pitchFamily="50" charset="-127"/>
                <a:ea typeface="맑은 고딕" panose="020B0503020000020004" pitchFamily="50" charset="-127"/>
                <a:cs typeface="Pretendard" pitchFamily="34" charset="-120"/>
              </a:rPr>
              <a:t>만 정산을 시작할 수 있어요</a:t>
            </a:r>
            <a:endParaRPr lang="en-US" sz="1950" dirty="0">
              <a:latin typeface="맑은 고딕" panose="020B0503020000020004" pitchFamily="50" charset="-127"/>
            </a:endParaRPr>
          </a:p>
        </p:txBody>
      </p:sp>
      <p:sp>
        <p:nvSpPr>
          <p:cNvPr id="22" name="Text 19"/>
          <p:cNvSpPr/>
          <p:nvPr/>
        </p:nvSpPr>
        <p:spPr>
          <a:xfrm>
            <a:off x="7111901" y="3000375"/>
            <a:ext cx="1129903" cy="381000"/>
          </a:xfrm>
          <a:prstGeom prst="rect">
            <a:avLst/>
          </a:prstGeom>
          <a:noFill/>
          <a:ln/>
        </p:spPr>
        <p:txBody>
          <a:bodyPr wrap="square" lIns="25400" tIns="25400" rIns="25400" bIns="25400" rtlCol="0" anchor="t">
            <a:normAutofit fontScale="85000"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최소 송금</a:t>
            </a:r>
            <a:endParaRPr lang="en-US" sz="2250" dirty="0">
              <a:latin typeface="맑은 고딕" panose="020B0503020000020004" pitchFamily="50" charset="-127"/>
            </a:endParaRPr>
          </a:p>
        </p:txBody>
      </p:sp>
      <p:sp>
        <p:nvSpPr>
          <p:cNvPr id="23" name="Text 20"/>
          <p:cNvSpPr/>
          <p:nvPr/>
        </p:nvSpPr>
        <p:spPr>
          <a:xfrm>
            <a:off x="13302109" y="3019425"/>
            <a:ext cx="1523985" cy="381000"/>
          </a:xfrm>
          <a:prstGeom prst="rect">
            <a:avLst/>
          </a:prstGeom>
          <a:noFill/>
          <a:ln/>
        </p:spPr>
        <p:txBody>
          <a:bodyPr wrap="square" lIns="25400" tIns="25400" rIns="25400" bIns="25400" rtlCol="0" anchor="t">
            <a:normAutofit/>
          </a:bodyPr>
          <a:lstStyle/>
          <a:p>
            <a:pPr marL="0" indent="0" algn="l">
              <a:buNone/>
            </a:pPr>
            <a:r>
              <a:rPr lang="en-US" sz="1800" dirty="0">
                <a:solidFill>
                  <a:srgbClr val="9A9486"/>
                </a:solidFill>
                <a:latin typeface="Microsoft YaHei" panose="020B0503020204020204" pitchFamily="34" charset="-122"/>
                <a:ea typeface="Microsoft YaHei" panose="020B0503020204020204" pitchFamily="34" charset="-122"/>
                <a:cs typeface="Space Mono" pitchFamily="34" charset="-120"/>
              </a:rPr>
              <a:t>10건 → 3건</a:t>
            </a:r>
            <a:endParaRPr lang="en-US" sz="1800" dirty="0">
              <a:latin typeface="맑은 고딕" panose="020B0503020000020004" pitchFamily="50" charset="-127"/>
            </a:endParaRPr>
          </a:p>
        </p:txBody>
      </p:sp>
      <p:sp>
        <p:nvSpPr>
          <p:cNvPr id="24" name="Shape 21"/>
          <p:cNvSpPr/>
          <p:nvPr/>
        </p:nvSpPr>
        <p:spPr>
          <a:xfrm>
            <a:off x="7111901" y="3552825"/>
            <a:ext cx="7575649" cy="771525"/>
          </a:xfrm>
          <a:prstGeom prst="roundRect">
            <a:avLst>
              <a:gd name="adj" fmla="val 19753"/>
            </a:avLst>
          </a:prstGeom>
          <a:solidFill>
            <a:srgbClr val="ECE9DD"/>
          </a:solidFill>
          <a:ln/>
        </p:spPr>
        <p:txBody>
          <a:bodyPr/>
          <a:lstStyle/>
          <a:p>
            <a:endParaRPr lang="ko-KR" altLang="en-US"/>
          </a:p>
        </p:txBody>
      </p:sp>
      <p:sp>
        <p:nvSpPr>
          <p:cNvPr id="25" name="Text 22"/>
          <p:cNvSpPr/>
          <p:nvPr/>
        </p:nvSpPr>
        <p:spPr>
          <a:xfrm>
            <a:off x="7340501" y="3781425"/>
            <a:ext cx="743099"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6E6A60"/>
                </a:solidFill>
                <a:latin typeface="맑은 고딕" panose="020B0503020000020004" pitchFamily="50" charset="-127"/>
                <a:ea typeface="맑은 고딕" panose="020B0503020000020004" pitchFamily="50" charset="-127"/>
                <a:cs typeface="Pretendard" pitchFamily="34" charset="-120"/>
              </a:rPr>
              <a:t>정희성</a:t>
            </a:r>
            <a:endParaRPr lang="en-US" sz="2025" dirty="0">
              <a:latin typeface="맑은 고딕" panose="020B0503020000020004" pitchFamily="50" charset="-127"/>
            </a:endParaRPr>
          </a:p>
        </p:txBody>
      </p:sp>
      <p:pic>
        <p:nvPicPr>
          <p:cNvPr id="26"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21700" y="3833812"/>
            <a:ext cx="209550" cy="209550"/>
          </a:xfrm>
          <a:prstGeom prst="rect">
            <a:avLst/>
          </a:prstGeom>
        </p:spPr>
      </p:pic>
      <p:sp>
        <p:nvSpPr>
          <p:cNvPr id="27" name="Text 23"/>
          <p:cNvSpPr/>
          <p:nvPr/>
        </p:nvSpPr>
        <p:spPr>
          <a:xfrm>
            <a:off x="8445550" y="3781425"/>
            <a:ext cx="743099"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4A4A4A"/>
                </a:solidFill>
                <a:latin typeface="맑은 고딕" panose="020B0503020000020004" pitchFamily="50" charset="-127"/>
                <a:ea typeface="맑은 고딕" panose="020B0503020000020004" pitchFamily="50" charset="-127"/>
                <a:cs typeface="Pretendard" pitchFamily="34" charset="-120"/>
              </a:rPr>
              <a:t>김민준</a:t>
            </a:r>
            <a:endParaRPr lang="en-US" sz="2025" dirty="0">
              <a:latin typeface="맑은 고딕" panose="020B0503020000020004" pitchFamily="50" charset="-127"/>
            </a:endParaRPr>
          </a:p>
        </p:txBody>
      </p:sp>
      <p:sp>
        <p:nvSpPr>
          <p:cNvPr id="28" name="Text 24"/>
          <p:cNvSpPr/>
          <p:nvPr/>
        </p:nvSpPr>
        <p:spPr>
          <a:xfrm>
            <a:off x="9702701" y="3767138"/>
            <a:ext cx="140464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₩24,000</a:t>
            </a:r>
            <a:endParaRPr lang="en-US" sz="2250" dirty="0">
              <a:latin typeface="맑은 고딕" panose="020B0503020000020004" pitchFamily="50" charset="-127"/>
            </a:endParaRPr>
          </a:p>
        </p:txBody>
      </p:sp>
      <p:sp>
        <p:nvSpPr>
          <p:cNvPr id="29" name="Shape 25"/>
          <p:cNvSpPr/>
          <p:nvPr/>
        </p:nvSpPr>
        <p:spPr>
          <a:xfrm>
            <a:off x="12887623" y="3724275"/>
            <a:ext cx="738039" cy="428625"/>
          </a:xfrm>
          <a:prstGeom prst="roundRect">
            <a:avLst>
              <a:gd name="adj" fmla="val 50000"/>
            </a:avLst>
          </a:prstGeom>
          <a:solidFill>
            <a:srgbClr val="8AA6C0"/>
          </a:solidFill>
          <a:ln/>
        </p:spPr>
        <p:txBody>
          <a:bodyPr/>
          <a:lstStyle/>
          <a:p>
            <a:endParaRPr lang="ko-KR" altLang="en-US"/>
          </a:p>
        </p:txBody>
      </p:sp>
      <p:sp>
        <p:nvSpPr>
          <p:cNvPr id="30" name="Text 26"/>
          <p:cNvSpPr/>
          <p:nvPr/>
        </p:nvSpPr>
        <p:spPr>
          <a:xfrm>
            <a:off x="13059073" y="3800475"/>
            <a:ext cx="471339"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BF8EF"/>
                </a:solidFill>
                <a:latin typeface="맑은 고딕" panose="020B0503020000020004" pitchFamily="50" charset="-127"/>
                <a:ea typeface="맑은 고딕" panose="020B0503020000020004" pitchFamily="50" charset="-127"/>
                <a:cs typeface="Pretendard" pitchFamily="34" charset="-120"/>
              </a:rPr>
              <a:t>토스</a:t>
            </a:r>
            <a:endParaRPr lang="en-US" sz="1800" dirty="0">
              <a:latin typeface="맑은 고딕" panose="020B0503020000020004" pitchFamily="50" charset="-127"/>
            </a:endParaRPr>
          </a:p>
        </p:txBody>
      </p:sp>
      <p:sp>
        <p:nvSpPr>
          <p:cNvPr id="31" name="Shape 27"/>
          <p:cNvSpPr/>
          <p:nvPr/>
        </p:nvSpPr>
        <p:spPr>
          <a:xfrm>
            <a:off x="13720911" y="3724275"/>
            <a:ext cx="738039" cy="428625"/>
          </a:xfrm>
          <a:prstGeom prst="roundRect">
            <a:avLst>
              <a:gd name="adj" fmla="val 50000"/>
            </a:avLst>
          </a:prstGeom>
          <a:solidFill>
            <a:srgbClr val="6F9472"/>
          </a:solidFill>
          <a:ln/>
        </p:spPr>
        <p:txBody>
          <a:bodyPr/>
          <a:lstStyle/>
          <a:p>
            <a:endParaRPr lang="ko-KR" altLang="en-US"/>
          </a:p>
        </p:txBody>
      </p:sp>
      <p:sp>
        <p:nvSpPr>
          <p:cNvPr id="32" name="Text 28"/>
          <p:cNvSpPr/>
          <p:nvPr/>
        </p:nvSpPr>
        <p:spPr>
          <a:xfrm>
            <a:off x="13892361" y="3800475"/>
            <a:ext cx="471339"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BF8EF"/>
                </a:solidFill>
                <a:latin typeface="맑은 고딕" panose="020B0503020000020004" pitchFamily="50" charset="-127"/>
                <a:ea typeface="맑은 고딕" panose="020B0503020000020004" pitchFamily="50" charset="-127"/>
                <a:cs typeface="Pretendard" pitchFamily="34" charset="-120"/>
              </a:rPr>
              <a:t>완료</a:t>
            </a:r>
            <a:endParaRPr lang="en-US" sz="1800" dirty="0">
              <a:latin typeface="맑은 고딕" panose="020B0503020000020004" pitchFamily="50" charset="-127"/>
            </a:endParaRPr>
          </a:p>
        </p:txBody>
      </p:sp>
      <p:sp>
        <p:nvSpPr>
          <p:cNvPr id="33" name="Shape 29"/>
          <p:cNvSpPr/>
          <p:nvPr/>
        </p:nvSpPr>
        <p:spPr>
          <a:xfrm>
            <a:off x="7111901" y="4476750"/>
            <a:ext cx="7575649" cy="771525"/>
          </a:xfrm>
          <a:prstGeom prst="roundRect">
            <a:avLst>
              <a:gd name="adj" fmla="val 19753"/>
            </a:avLst>
          </a:prstGeom>
          <a:solidFill>
            <a:srgbClr val="ECE9DD"/>
          </a:solidFill>
          <a:ln/>
        </p:spPr>
        <p:txBody>
          <a:bodyPr/>
          <a:lstStyle/>
          <a:p>
            <a:endParaRPr lang="ko-KR" altLang="en-US"/>
          </a:p>
        </p:txBody>
      </p:sp>
      <p:sp>
        <p:nvSpPr>
          <p:cNvPr id="34" name="Text 30"/>
          <p:cNvSpPr/>
          <p:nvPr/>
        </p:nvSpPr>
        <p:spPr>
          <a:xfrm>
            <a:off x="7340501" y="4705350"/>
            <a:ext cx="743099" cy="352425"/>
          </a:xfrm>
          <a:prstGeom prst="rect">
            <a:avLst/>
          </a:prstGeom>
          <a:noFill/>
          <a:ln/>
        </p:spPr>
        <p:txBody>
          <a:bodyPr wrap="square" lIns="25400" tIns="25400" rIns="25400" bIns="25400" rtlCol="0" anchor="t">
            <a:normAutofit fontScale="85000" lnSpcReduction="10000"/>
          </a:bodyPr>
          <a:lstStyle/>
          <a:p>
            <a:pPr marL="0" indent="0" algn="l">
              <a:buNone/>
            </a:pPr>
            <a:r>
              <a:rPr lang="ko-KR" altLang="en-US" sz="2025" b="1" dirty="0" err="1">
                <a:solidFill>
                  <a:srgbClr val="6E6A60"/>
                </a:solidFill>
                <a:latin typeface="맑은 고딕" panose="020B0503020000020004" pitchFamily="50" charset="-127"/>
                <a:ea typeface="맑은 고딕" panose="020B0503020000020004" pitchFamily="50" charset="-127"/>
                <a:cs typeface="Pretendard" pitchFamily="34" charset="-120"/>
              </a:rPr>
              <a:t>김싸피</a:t>
            </a:r>
            <a:endParaRPr lang="en-US" sz="2025" dirty="0">
              <a:latin typeface="맑은 고딕" panose="020B0503020000020004" pitchFamily="50" charset="-127"/>
            </a:endParaRPr>
          </a:p>
        </p:txBody>
      </p:sp>
      <p:pic>
        <p:nvPicPr>
          <p:cNvPr id="35"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21700" y="4757738"/>
            <a:ext cx="209550" cy="209550"/>
          </a:xfrm>
          <a:prstGeom prst="rect">
            <a:avLst/>
          </a:prstGeom>
        </p:spPr>
      </p:pic>
      <p:sp>
        <p:nvSpPr>
          <p:cNvPr id="36" name="Text 31"/>
          <p:cNvSpPr/>
          <p:nvPr/>
        </p:nvSpPr>
        <p:spPr>
          <a:xfrm>
            <a:off x="8445550" y="4705350"/>
            <a:ext cx="743099"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4A4A4A"/>
                </a:solidFill>
                <a:latin typeface="맑은 고딕" panose="020B0503020000020004" pitchFamily="50" charset="-127"/>
                <a:ea typeface="맑은 고딕" panose="020B0503020000020004" pitchFamily="50" charset="-127"/>
                <a:cs typeface="Pretendard" pitchFamily="34" charset="-120"/>
              </a:rPr>
              <a:t>김민준</a:t>
            </a:r>
            <a:endParaRPr lang="en-US" sz="2025" dirty="0">
              <a:latin typeface="맑은 고딕" panose="020B0503020000020004" pitchFamily="50" charset="-127"/>
            </a:endParaRPr>
          </a:p>
        </p:txBody>
      </p:sp>
      <p:sp>
        <p:nvSpPr>
          <p:cNvPr id="37" name="Text 32"/>
          <p:cNvSpPr/>
          <p:nvPr/>
        </p:nvSpPr>
        <p:spPr>
          <a:xfrm>
            <a:off x="9702701" y="4691063"/>
            <a:ext cx="140464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₩40,000</a:t>
            </a:r>
            <a:endParaRPr lang="en-US" sz="2250" dirty="0">
              <a:latin typeface="맑은 고딕" panose="020B0503020000020004" pitchFamily="50" charset="-127"/>
            </a:endParaRPr>
          </a:p>
        </p:txBody>
      </p:sp>
      <p:sp>
        <p:nvSpPr>
          <p:cNvPr id="38" name="Shape 33"/>
          <p:cNvSpPr/>
          <p:nvPr/>
        </p:nvSpPr>
        <p:spPr>
          <a:xfrm>
            <a:off x="12043023" y="4648200"/>
            <a:ext cx="1330821" cy="428625"/>
          </a:xfrm>
          <a:prstGeom prst="roundRect">
            <a:avLst>
              <a:gd name="adj" fmla="val 50000"/>
            </a:avLst>
          </a:prstGeom>
          <a:solidFill>
            <a:srgbClr val="8AA6C0"/>
          </a:solidFill>
          <a:ln/>
        </p:spPr>
        <p:txBody>
          <a:bodyPr/>
          <a:lstStyle/>
          <a:p>
            <a:endParaRPr lang="ko-KR" altLang="en-US"/>
          </a:p>
        </p:txBody>
      </p:sp>
      <p:sp>
        <p:nvSpPr>
          <p:cNvPr id="39" name="Text 34"/>
          <p:cNvSpPr/>
          <p:nvPr/>
        </p:nvSpPr>
        <p:spPr>
          <a:xfrm>
            <a:off x="12214473" y="4724400"/>
            <a:ext cx="1064121"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BF8EF"/>
                </a:solidFill>
                <a:latin typeface="맑은 고딕" panose="020B0503020000020004" pitchFamily="50" charset="-127"/>
                <a:ea typeface="맑은 고딕" panose="020B0503020000020004" pitchFamily="50" charset="-127"/>
                <a:cs typeface="Pretendard" pitchFamily="34" charset="-120"/>
              </a:rPr>
              <a:t>카카오페이</a:t>
            </a:r>
            <a:endParaRPr lang="en-US" sz="1800" dirty="0">
              <a:latin typeface="맑은 고딕" panose="020B0503020000020004" pitchFamily="50" charset="-127"/>
            </a:endParaRPr>
          </a:p>
        </p:txBody>
      </p:sp>
      <p:sp>
        <p:nvSpPr>
          <p:cNvPr id="40" name="Shape 35"/>
          <p:cNvSpPr/>
          <p:nvPr/>
        </p:nvSpPr>
        <p:spPr>
          <a:xfrm>
            <a:off x="13469094" y="4648200"/>
            <a:ext cx="989856" cy="428625"/>
          </a:xfrm>
          <a:prstGeom prst="roundRect">
            <a:avLst>
              <a:gd name="adj" fmla="val 50000"/>
            </a:avLst>
          </a:prstGeom>
          <a:solidFill>
            <a:srgbClr val="8AA6C0"/>
          </a:solidFill>
          <a:ln/>
        </p:spPr>
        <p:txBody>
          <a:bodyPr/>
          <a:lstStyle/>
          <a:p>
            <a:endParaRPr lang="ko-KR" altLang="en-US"/>
          </a:p>
        </p:txBody>
      </p:sp>
      <p:sp>
        <p:nvSpPr>
          <p:cNvPr id="41" name="Text 36"/>
          <p:cNvSpPr/>
          <p:nvPr/>
        </p:nvSpPr>
        <p:spPr>
          <a:xfrm>
            <a:off x="13640544" y="4724400"/>
            <a:ext cx="723156"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FBF8EF"/>
                </a:solidFill>
                <a:latin typeface="맑은 고딕" panose="020B0503020000020004" pitchFamily="50" charset="-127"/>
                <a:ea typeface="맑은 고딕" panose="020B0503020000020004" pitchFamily="50" charset="-127"/>
                <a:cs typeface="Pretendard" pitchFamily="34" charset="-120"/>
              </a:rPr>
              <a:t>송금 중</a:t>
            </a:r>
            <a:endParaRPr lang="en-US" sz="1800" dirty="0">
              <a:latin typeface="맑은 고딕" panose="020B0503020000020004" pitchFamily="50" charset="-127"/>
            </a:endParaRPr>
          </a:p>
        </p:txBody>
      </p:sp>
      <p:sp>
        <p:nvSpPr>
          <p:cNvPr id="42" name="Shape 37"/>
          <p:cNvSpPr/>
          <p:nvPr/>
        </p:nvSpPr>
        <p:spPr>
          <a:xfrm>
            <a:off x="7111901" y="5400675"/>
            <a:ext cx="7575649" cy="771525"/>
          </a:xfrm>
          <a:prstGeom prst="roundRect">
            <a:avLst>
              <a:gd name="adj" fmla="val 19753"/>
            </a:avLst>
          </a:prstGeom>
          <a:solidFill>
            <a:srgbClr val="ECE9DD"/>
          </a:solidFill>
          <a:ln/>
        </p:spPr>
        <p:txBody>
          <a:bodyPr/>
          <a:lstStyle/>
          <a:p>
            <a:endParaRPr lang="ko-KR" altLang="en-US"/>
          </a:p>
        </p:txBody>
      </p:sp>
      <p:sp>
        <p:nvSpPr>
          <p:cNvPr id="43" name="Text 38"/>
          <p:cNvSpPr/>
          <p:nvPr/>
        </p:nvSpPr>
        <p:spPr>
          <a:xfrm>
            <a:off x="7340501" y="5629275"/>
            <a:ext cx="743099" cy="352425"/>
          </a:xfrm>
          <a:prstGeom prst="rect">
            <a:avLst/>
          </a:prstGeom>
          <a:noFill/>
          <a:ln/>
        </p:spPr>
        <p:txBody>
          <a:bodyPr wrap="square" lIns="25400" tIns="25400" rIns="25400" bIns="25400" rtlCol="0" anchor="t">
            <a:normAutofit fontScale="85000" lnSpcReduction="10000"/>
          </a:bodyPr>
          <a:lstStyle/>
          <a:p>
            <a:pPr marL="0" indent="0" algn="l">
              <a:buNone/>
            </a:pPr>
            <a:r>
              <a:rPr lang="ko-KR" altLang="en-US" sz="2025" b="1" dirty="0" err="1">
                <a:solidFill>
                  <a:srgbClr val="6E6A60"/>
                </a:solidFill>
                <a:latin typeface="맑은 고딕" panose="020B0503020000020004" pitchFamily="50" charset="-127"/>
                <a:ea typeface="맑은 고딕" panose="020B0503020000020004" pitchFamily="50" charset="-127"/>
                <a:cs typeface="Pretendard" pitchFamily="34" charset="-120"/>
              </a:rPr>
              <a:t>박싸피</a:t>
            </a:r>
            <a:endParaRPr lang="en-US" sz="2025" dirty="0">
              <a:latin typeface="맑은 고딕" panose="020B0503020000020004" pitchFamily="50" charset="-127"/>
            </a:endParaRPr>
          </a:p>
        </p:txBody>
      </p:sp>
      <p:pic>
        <p:nvPicPr>
          <p:cNvPr id="44"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21700" y="5681663"/>
            <a:ext cx="209550" cy="209550"/>
          </a:xfrm>
          <a:prstGeom prst="rect">
            <a:avLst/>
          </a:prstGeom>
        </p:spPr>
      </p:pic>
      <p:sp>
        <p:nvSpPr>
          <p:cNvPr id="45" name="Text 39"/>
          <p:cNvSpPr/>
          <p:nvPr/>
        </p:nvSpPr>
        <p:spPr>
          <a:xfrm>
            <a:off x="8445550" y="5629275"/>
            <a:ext cx="743099" cy="352425"/>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4A4A4A"/>
                </a:solidFill>
                <a:latin typeface="맑은 고딕" panose="020B0503020000020004" pitchFamily="50" charset="-127"/>
                <a:ea typeface="맑은 고딕" panose="020B0503020000020004" pitchFamily="50" charset="-127"/>
                <a:cs typeface="Pretendard" pitchFamily="34" charset="-120"/>
              </a:rPr>
              <a:t>정희성</a:t>
            </a:r>
            <a:endParaRPr lang="en-US" sz="2025" dirty="0">
              <a:latin typeface="맑은 고딕" panose="020B0503020000020004" pitchFamily="50" charset="-127"/>
            </a:endParaRPr>
          </a:p>
        </p:txBody>
      </p:sp>
      <p:sp>
        <p:nvSpPr>
          <p:cNvPr id="46" name="Text 40"/>
          <p:cNvSpPr/>
          <p:nvPr/>
        </p:nvSpPr>
        <p:spPr>
          <a:xfrm>
            <a:off x="9702701" y="5614988"/>
            <a:ext cx="140464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₩16,000</a:t>
            </a:r>
            <a:endParaRPr lang="en-US" sz="2250" dirty="0">
              <a:latin typeface="맑은 고딕" panose="020B0503020000020004" pitchFamily="50" charset="-127"/>
            </a:endParaRPr>
          </a:p>
        </p:txBody>
      </p:sp>
      <p:sp>
        <p:nvSpPr>
          <p:cNvPr id="47" name="Shape 41"/>
          <p:cNvSpPr/>
          <p:nvPr/>
        </p:nvSpPr>
        <p:spPr>
          <a:xfrm>
            <a:off x="12419112" y="5572125"/>
            <a:ext cx="1206550" cy="428625"/>
          </a:xfrm>
          <a:prstGeom prst="roundRect">
            <a:avLst>
              <a:gd name="adj" fmla="val 50000"/>
            </a:avLst>
          </a:prstGeom>
          <a:ln w="9525">
            <a:solidFill>
              <a:srgbClr val="B7AF9C"/>
            </a:solidFill>
            <a:prstDash val="solid"/>
          </a:ln>
        </p:spPr>
        <p:txBody>
          <a:bodyPr/>
          <a:lstStyle/>
          <a:p>
            <a:endParaRPr lang="ko-KR" altLang="en-US"/>
          </a:p>
        </p:txBody>
      </p:sp>
      <p:sp>
        <p:nvSpPr>
          <p:cNvPr id="48" name="Text 42"/>
          <p:cNvSpPr/>
          <p:nvPr/>
        </p:nvSpPr>
        <p:spPr>
          <a:xfrm>
            <a:off x="12600087" y="5648325"/>
            <a:ext cx="920800"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8C887C"/>
                </a:solidFill>
                <a:latin typeface="맑은 고딕" panose="020B0503020000020004" pitchFamily="50" charset="-127"/>
                <a:ea typeface="맑은 고딕" panose="020B0503020000020004" pitchFamily="50" charset="-127"/>
                <a:cs typeface="Pretendard" pitchFamily="34" charset="-120"/>
              </a:rPr>
              <a:t>계좌 안내</a:t>
            </a:r>
            <a:endParaRPr lang="en-US" sz="1800" dirty="0">
              <a:latin typeface="맑은 고딕" panose="020B0503020000020004" pitchFamily="50" charset="-127"/>
            </a:endParaRPr>
          </a:p>
        </p:txBody>
      </p:sp>
      <p:sp>
        <p:nvSpPr>
          <p:cNvPr id="49" name="Shape 43"/>
          <p:cNvSpPr/>
          <p:nvPr/>
        </p:nvSpPr>
        <p:spPr>
          <a:xfrm>
            <a:off x="13720911" y="5572125"/>
            <a:ext cx="738039" cy="428625"/>
          </a:xfrm>
          <a:prstGeom prst="roundRect">
            <a:avLst>
              <a:gd name="adj" fmla="val 50000"/>
            </a:avLst>
          </a:prstGeom>
          <a:solidFill>
            <a:srgbClr val="D8D3C4"/>
          </a:solidFill>
          <a:ln/>
        </p:spPr>
        <p:txBody>
          <a:bodyPr/>
          <a:lstStyle/>
          <a:p>
            <a:endParaRPr lang="ko-KR" altLang="en-US"/>
          </a:p>
        </p:txBody>
      </p:sp>
      <p:sp>
        <p:nvSpPr>
          <p:cNvPr id="50" name="Text 44"/>
          <p:cNvSpPr/>
          <p:nvPr/>
        </p:nvSpPr>
        <p:spPr>
          <a:xfrm>
            <a:off x="13892361" y="5648325"/>
            <a:ext cx="471339"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7C7768"/>
                </a:solidFill>
                <a:latin typeface="맑은 고딕" panose="020B0503020000020004" pitchFamily="50" charset="-127"/>
                <a:ea typeface="맑은 고딕" panose="020B0503020000020004" pitchFamily="50" charset="-127"/>
                <a:cs typeface="Pretendard" pitchFamily="34" charset="-120"/>
              </a:rPr>
              <a:t>대기</a:t>
            </a:r>
            <a:endParaRPr lang="en-US" sz="1800" dirty="0">
              <a:latin typeface="맑은 고딕" panose="020B0503020000020004" pitchFamily="50" charset="-127"/>
            </a:endParaRPr>
          </a:p>
        </p:txBody>
      </p:sp>
      <p:sp>
        <p:nvSpPr>
          <p:cNvPr id="51" name="Text 4">
            <a:extLst>
              <a:ext uri="{FF2B5EF4-FFF2-40B4-BE49-F238E27FC236}">
                <a16:creationId xmlns:a16="http://schemas.microsoft.com/office/drawing/2014/main" id="{D61891D1-46EE-4D46-BE75-5B5886D5DB6E}"/>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52" name="Text 5">
            <a:extLst>
              <a:ext uri="{FF2B5EF4-FFF2-40B4-BE49-F238E27FC236}">
                <a16:creationId xmlns:a16="http://schemas.microsoft.com/office/drawing/2014/main" id="{54E65CD9-E509-44C6-ABF9-386FA30E87F0}"/>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3992255"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Realtime · SSE</a:t>
            </a:r>
            <a:endParaRPr lang="en-US" sz="2550" dirty="0">
              <a:latin typeface="맑은 고딕" panose="020B0503020000020004" pitchFamily="50" charset="-127"/>
            </a:endParaRPr>
          </a:p>
        </p:txBody>
      </p:sp>
      <p:sp>
        <p:nvSpPr>
          <p:cNvPr id="11" name="Text 9"/>
          <p:cNvSpPr/>
          <p:nvPr/>
        </p:nvSpPr>
        <p:spPr>
          <a:xfrm>
            <a:off x="1352550" y="1762125"/>
            <a:ext cx="3992255"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실시간 동기화</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13</a:t>
            </a:r>
            <a:endParaRPr lang="en-US" sz="1950" b="1" dirty="0">
              <a:latin typeface="맑은 고딕" panose="020B0503020000020004" pitchFamily="50" charset="-127"/>
            </a:endParaRPr>
          </a:p>
        </p:txBody>
      </p:sp>
      <p:sp>
        <p:nvSpPr>
          <p:cNvPr id="13" name="Shape 11"/>
          <p:cNvSpPr/>
          <p:nvPr/>
        </p:nvSpPr>
        <p:spPr>
          <a:xfrm>
            <a:off x="1352550" y="4419600"/>
            <a:ext cx="3143250" cy="2114550"/>
          </a:xfrm>
          <a:prstGeom prst="roundRect">
            <a:avLst>
              <a:gd name="adj" fmla="val 9910"/>
            </a:avLst>
          </a:prstGeom>
          <a:solidFill>
            <a:srgbClr val="ECE9DD"/>
          </a:solidFill>
          <a:ln/>
        </p:spPr>
        <p:txBody>
          <a:bodyPr/>
          <a:lstStyle/>
          <a:p>
            <a:endParaRPr lang="ko-KR" altLang="en-US"/>
          </a:p>
        </p:txBody>
      </p:sp>
      <p:sp>
        <p:nvSpPr>
          <p:cNvPr id="14" name="Text 12"/>
          <p:cNvSpPr/>
          <p:nvPr/>
        </p:nvSpPr>
        <p:spPr>
          <a:xfrm>
            <a:off x="1657350" y="4705350"/>
            <a:ext cx="2787015"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한 명이 변경</a:t>
            </a:r>
            <a:endParaRPr lang="en-US" sz="2100" dirty="0">
              <a:latin typeface="맑은 고딕" panose="020B0503020000020004" pitchFamily="50" charset="-127"/>
            </a:endParaRPr>
          </a:p>
        </p:txBody>
      </p:sp>
      <p:grpSp>
        <p:nvGrpSpPr>
          <p:cNvPr id="50" name="그룹 49">
            <a:extLst>
              <a:ext uri="{FF2B5EF4-FFF2-40B4-BE49-F238E27FC236}">
                <a16:creationId xmlns:a16="http://schemas.microsoft.com/office/drawing/2014/main" id="{201748BC-3108-4DD1-85D7-CF8E73A3A5BC}"/>
              </a:ext>
            </a:extLst>
          </p:cNvPr>
          <p:cNvGrpSpPr/>
          <p:nvPr/>
        </p:nvGrpSpPr>
        <p:grpSpPr>
          <a:xfrm>
            <a:off x="1657350" y="5219700"/>
            <a:ext cx="792659" cy="457200"/>
            <a:chOff x="1657350" y="5219700"/>
            <a:chExt cx="792659" cy="457200"/>
          </a:xfrm>
        </p:grpSpPr>
        <p:sp>
          <p:nvSpPr>
            <p:cNvPr id="15" name="Shape 13"/>
            <p:cNvSpPr/>
            <p:nvPr/>
          </p:nvSpPr>
          <p:spPr>
            <a:xfrm>
              <a:off x="1657350" y="5219700"/>
              <a:ext cx="792659" cy="457200"/>
            </a:xfrm>
            <a:prstGeom prst="roundRect">
              <a:avLst>
                <a:gd name="adj" fmla="val 50000"/>
              </a:avLst>
            </a:prstGeom>
            <a:solidFill>
              <a:srgbClr val="8AA6C0"/>
            </a:solidFill>
            <a:ln/>
          </p:spPr>
          <p:txBody>
            <a:bodyPr/>
            <a:lstStyle/>
            <a:p>
              <a:endParaRPr lang="ko-KR" altLang="en-US"/>
            </a:p>
          </p:txBody>
        </p:sp>
        <p:sp>
          <p:nvSpPr>
            <p:cNvPr id="16" name="Text 14"/>
            <p:cNvSpPr/>
            <p:nvPr/>
          </p:nvSpPr>
          <p:spPr>
            <a:xfrm>
              <a:off x="1809749" y="5285376"/>
              <a:ext cx="487859" cy="32385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FBF8EF"/>
                  </a:solidFill>
                  <a:latin typeface="맑은 고딕" panose="020B0503020000020004" pitchFamily="50" charset="-127"/>
                  <a:ea typeface="맑은 고딕" panose="020B0503020000020004" pitchFamily="50" charset="-127"/>
                  <a:cs typeface="Pretendard" pitchFamily="34" charset="-120"/>
                </a:rPr>
                <a:t>투표</a:t>
              </a:r>
              <a:endParaRPr lang="en-US" sz="1875" dirty="0">
                <a:latin typeface="맑은 고딕" panose="020B0503020000020004" pitchFamily="50" charset="-127"/>
              </a:endParaRPr>
            </a:p>
          </p:txBody>
        </p:sp>
      </p:grpSp>
      <p:grpSp>
        <p:nvGrpSpPr>
          <p:cNvPr id="49" name="그룹 48">
            <a:extLst>
              <a:ext uri="{FF2B5EF4-FFF2-40B4-BE49-F238E27FC236}">
                <a16:creationId xmlns:a16="http://schemas.microsoft.com/office/drawing/2014/main" id="{FA6C235C-8509-470D-A1D8-225F484B9CBB}"/>
              </a:ext>
            </a:extLst>
          </p:cNvPr>
          <p:cNvGrpSpPr/>
          <p:nvPr/>
        </p:nvGrpSpPr>
        <p:grpSpPr>
          <a:xfrm>
            <a:off x="3177505" y="5205413"/>
            <a:ext cx="792659" cy="457200"/>
            <a:chOff x="2564309" y="5219700"/>
            <a:chExt cx="792659" cy="457200"/>
          </a:xfrm>
        </p:grpSpPr>
        <p:sp>
          <p:nvSpPr>
            <p:cNvPr id="17" name="Shape 15"/>
            <p:cNvSpPr/>
            <p:nvPr/>
          </p:nvSpPr>
          <p:spPr>
            <a:xfrm>
              <a:off x="2564309" y="5219700"/>
              <a:ext cx="792659" cy="457200"/>
            </a:xfrm>
            <a:prstGeom prst="roundRect">
              <a:avLst>
                <a:gd name="adj" fmla="val 50000"/>
              </a:avLst>
            </a:prstGeom>
            <a:solidFill>
              <a:srgbClr val="8AA6C0"/>
            </a:solidFill>
            <a:ln/>
          </p:spPr>
          <p:txBody>
            <a:bodyPr/>
            <a:lstStyle/>
            <a:p>
              <a:endParaRPr lang="ko-KR" altLang="en-US"/>
            </a:p>
          </p:txBody>
        </p:sp>
        <p:sp>
          <p:nvSpPr>
            <p:cNvPr id="18" name="Text 16"/>
            <p:cNvSpPr/>
            <p:nvPr/>
          </p:nvSpPr>
          <p:spPr>
            <a:xfrm>
              <a:off x="2716501" y="5285376"/>
              <a:ext cx="487859" cy="32385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FBF8EF"/>
                  </a:solidFill>
                  <a:latin typeface="맑은 고딕" panose="020B0503020000020004" pitchFamily="50" charset="-127"/>
                  <a:ea typeface="맑은 고딕" panose="020B0503020000020004" pitchFamily="50" charset="-127"/>
                  <a:cs typeface="Pretendard" pitchFamily="34" charset="-120"/>
                </a:rPr>
                <a:t>일정</a:t>
              </a:r>
              <a:endParaRPr lang="en-US" sz="1875" dirty="0">
                <a:latin typeface="맑은 고딕" panose="020B0503020000020004" pitchFamily="50" charset="-127"/>
              </a:endParaRPr>
            </a:p>
          </p:txBody>
        </p:sp>
      </p:grpSp>
      <p:grpSp>
        <p:nvGrpSpPr>
          <p:cNvPr id="48" name="그룹 47">
            <a:extLst>
              <a:ext uri="{FF2B5EF4-FFF2-40B4-BE49-F238E27FC236}">
                <a16:creationId xmlns:a16="http://schemas.microsoft.com/office/drawing/2014/main" id="{A6EB3235-0576-4474-948E-D2D702765AB5}"/>
              </a:ext>
            </a:extLst>
          </p:cNvPr>
          <p:cNvGrpSpPr/>
          <p:nvPr/>
        </p:nvGrpSpPr>
        <p:grpSpPr>
          <a:xfrm>
            <a:off x="2404020" y="5791200"/>
            <a:ext cx="792659" cy="457200"/>
            <a:chOff x="1657350" y="5791200"/>
            <a:chExt cx="792659" cy="457200"/>
          </a:xfrm>
        </p:grpSpPr>
        <p:sp>
          <p:nvSpPr>
            <p:cNvPr id="19" name="Shape 17"/>
            <p:cNvSpPr/>
            <p:nvPr/>
          </p:nvSpPr>
          <p:spPr>
            <a:xfrm>
              <a:off x="1657350" y="5791200"/>
              <a:ext cx="792659" cy="457200"/>
            </a:xfrm>
            <a:prstGeom prst="roundRect">
              <a:avLst>
                <a:gd name="adj" fmla="val 50000"/>
              </a:avLst>
            </a:prstGeom>
            <a:solidFill>
              <a:srgbClr val="8AA6C0"/>
            </a:solidFill>
            <a:ln/>
          </p:spPr>
          <p:txBody>
            <a:bodyPr/>
            <a:lstStyle/>
            <a:p>
              <a:endParaRPr lang="ko-KR" altLang="en-US"/>
            </a:p>
          </p:txBody>
        </p:sp>
        <p:sp>
          <p:nvSpPr>
            <p:cNvPr id="20" name="Text 18"/>
            <p:cNvSpPr/>
            <p:nvPr/>
          </p:nvSpPr>
          <p:spPr>
            <a:xfrm>
              <a:off x="1807265" y="5867400"/>
              <a:ext cx="487859" cy="32385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FBF8EF"/>
                  </a:solidFill>
                  <a:latin typeface="맑은 고딕" panose="020B0503020000020004" pitchFamily="50" charset="-127"/>
                  <a:ea typeface="맑은 고딕" panose="020B0503020000020004" pitchFamily="50" charset="-127"/>
                  <a:cs typeface="Pretendard" pitchFamily="34" charset="-120"/>
                </a:rPr>
                <a:t>정산</a:t>
              </a:r>
              <a:endParaRPr lang="en-US" sz="1875" dirty="0">
                <a:latin typeface="맑은 고딕" panose="020B0503020000020004" pitchFamily="50" charset="-127"/>
              </a:endParaRPr>
            </a:p>
          </p:txBody>
        </p:sp>
      </p:grpSp>
      <p:sp>
        <p:nvSpPr>
          <p:cNvPr id="21" name="Shape 19"/>
          <p:cNvSpPr/>
          <p:nvPr/>
        </p:nvSpPr>
        <p:spPr>
          <a:xfrm>
            <a:off x="4533900" y="5467350"/>
            <a:ext cx="2207716" cy="19050"/>
          </a:xfrm>
          <a:prstGeom prst="rect">
            <a:avLst/>
          </a:prstGeom>
          <a:solidFill>
            <a:srgbClr val="C7BFA9"/>
          </a:solidFill>
          <a:ln/>
        </p:spPr>
        <p:txBody>
          <a:bodyPr/>
          <a:lstStyle/>
          <a:p>
            <a:endParaRPr lang="ko-KR" altLang="en-US"/>
          </a:p>
        </p:txBody>
      </p:sp>
      <p:sp>
        <p:nvSpPr>
          <p:cNvPr id="22" name="Shape 20"/>
          <p:cNvSpPr/>
          <p:nvPr/>
        </p:nvSpPr>
        <p:spPr>
          <a:xfrm>
            <a:off x="6779716" y="4738688"/>
            <a:ext cx="2469803" cy="1476375"/>
          </a:xfrm>
          <a:prstGeom prst="roundRect">
            <a:avLst>
              <a:gd name="adj" fmla="val 14194"/>
            </a:avLst>
          </a:prstGeom>
          <a:solidFill>
            <a:srgbClr val="3E3C38"/>
          </a:solidFill>
          <a:ln/>
          <a:effectLst>
            <a:outerShdw blurRad="101600" dist="50800" dir="16200000" algn="bl" rotWithShape="0">
              <a:srgbClr val="8AA6C0">
                <a:alpha val="18000"/>
              </a:srgbClr>
            </a:outerShdw>
          </a:effectLst>
        </p:spPr>
        <p:txBody>
          <a:bodyPr/>
          <a:lstStyle/>
          <a:p>
            <a:endParaRPr lang="ko-KR" altLang="en-US"/>
          </a:p>
        </p:txBody>
      </p:sp>
      <p:sp>
        <p:nvSpPr>
          <p:cNvPr id="23" name="Shape 21"/>
          <p:cNvSpPr/>
          <p:nvPr/>
        </p:nvSpPr>
        <p:spPr>
          <a:xfrm>
            <a:off x="7514481" y="5200650"/>
            <a:ext cx="133350" cy="133350"/>
          </a:xfrm>
          <a:prstGeom prst="ellipse">
            <a:avLst/>
          </a:prstGeom>
          <a:solidFill>
            <a:srgbClr val="8AA6C0"/>
          </a:solidFill>
          <a:ln/>
        </p:spPr>
        <p:txBody>
          <a:bodyPr/>
          <a:lstStyle/>
          <a:p>
            <a:endParaRPr lang="ko-KR" altLang="en-US"/>
          </a:p>
        </p:txBody>
      </p:sp>
      <p:sp>
        <p:nvSpPr>
          <p:cNvPr id="24" name="Text 22"/>
          <p:cNvSpPr/>
          <p:nvPr/>
        </p:nvSpPr>
        <p:spPr>
          <a:xfrm>
            <a:off x="7704981" y="5005388"/>
            <a:ext cx="847874" cy="561975"/>
          </a:xfrm>
          <a:prstGeom prst="rect">
            <a:avLst/>
          </a:prstGeom>
          <a:noFill/>
          <a:ln/>
        </p:spPr>
        <p:txBody>
          <a:bodyPr wrap="square" lIns="25400" tIns="25400" rIns="25400" bIns="25400" rtlCol="0" anchor="t">
            <a:normAutofit lnSpcReduction="10000"/>
          </a:bodyPr>
          <a:lstStyle/>
          <a:p>
            <a:pPr marL="0" indent="0" algn="ctr">
              <a:buNone/>
            </a:pPr>
            <a:r>
              <a:rPr lang="en-US" sz="3450" b="1" i="1" dirty="0">
                <a:solidFill>
                  <a:srgbClr val="F3F0E6"/>
                </a:solidFill>
                <a:latin typeface="맑은 고딕" panose="020B0503020000020004" pitchFamily="50" charset="-127"/>
                <a:ea typeface="맑은 고딕" panose="020B0503020000020004" pitchFamily="50" charset="-127"/>
                <a:cs typeface="Bitter" pitchFamily="34" charset="-120"/>
              </a:rPr>
              <a:t>SSE</a:t>
            </a:r>
            <a:endParaRPr lang="en-US" sz="3450" dirty="0">
              <a:latin typeface="맑은 고딕" panose="020B0503020000020004" pitchFamily="50" charset="-127"/>
            </a:endParaRPr>
          </a:p>
        </p:txBody>
      </p:sp>
      <p:sp>
        <p:nvSpPr>
          <p:cNvPr id="25" name="Text 23"/>
          <p:cNvSpPr/>
          <p:nvPr/>
        </p:nvSpPr>
        <p:spPr>
          <a:xfrm>
            <a:off x="6970551" y="5605463"/>
            <a:ext cx="2088133" cy="381000"/>
          </a:xfrm>
          <a:prstGeom prst="rect">
            <a:avLst/>
          </a:prstGeom>
          <a:noFill/>
          <a:ln/>
        </p:spPr>
        <p:txBody>
          <a:bodyPr wrap="square" lIns="25400" tIns="25400" rIns="25400" bIns="25400" rtlCol="0" anchor="t">
            <a:normAutofit/>
          </a:bodyPr>
          <a:lstStyle/>
          <a:p>
            <a:pPr marL="0" indent="0" algn="ctr">
              <a:buNone/>
            </a:pPr>
            <a:r>
              <a:rPr lang="en-US" sz="1800" kern="0" spc="144" dirty="0">
                <a:solidFill>
                  <a:srgbClr val="9A968C"/>
                </a:solidFill>
                <a:latin typeface="Microsoft YaHei" panose="020B0503020204020204" pitchFamily="34" charset="-122"/>
                <a:ea typeface="Microsoft YaHei" panose="020B0503020204020204" pitchFamily="34" charset="-122"/>
                <a:cs typeface="Space Mono" pitchFamily="34" charset="-120"/>
              </a:rPr>
              <a:t>EVENT STREAM</a:t>
            </a:r>
            <a:endParaRPr lang="en-US" sz="1800" dirty="0">
              <a:latin typeface="맑은 고딕" panose="020B0503020000020004" pitchFamily="50" charset="-127"/>
            </a:endParaRPr>
          </a:p>
        </p:txBody>
      </p:sp>
      <p:sp>
        <p:nvSpPr>
          <p:cNvPr id="26" name="Shape 24"/>
          <p:cNvSpPr/>
          <p:nvPr/>
        </p:nvSpPr>
        <p:spPr>
          <a:xfrm>
            <a:off x="9287619" y="5467350"/>
            <a:ext cx="2207865" cy="19050"/>
          </a:xfrm>
          <a:prstGeom prst="rect">
            <a:avLst/>
          </a:prstGeom>
          <a:solidFill>
            <a:srgbClr val="C7BFA9"/>
          </a:solidFill>
          <a:ln/>
        </p:spPr>
        <p:txBody>
          <a:bodyPr/>
          <a:lstStyle/>
          <a:p>
            <a:endParaRPr lang="ko-KR" altLang="en-US"/>
          </a:p>
        </p:txBody>
      </p:sp>
      <p:sp>
        <p:nvSpPr>
          <p:cNvPr id="27" name="Shape 25"/>
          <p:cNvSpPr/>
          <p:nvPr/>
        </p:nvSpPr>
        <p:spPr>
          <a:xfrm>
            <a:off x="11533584" y="4200525"/>
            <a:ext cx="3153966" cy="762000"/>
          </a:xfrm>
          <a:prstGeom prst="roundRect">
            <a:avLst>
              <a:gd name="adj" fmla="val 20000"/>
            </a:avLst>
          </a:prstGeom>
          <a:solidFill>
            <a:srgbClr val="E4EAF0"/>
          </a:solidFill>
          <a:ln/>
        </p:spPr>
        <p:txBody>
          <a:bodyPr/>
          <a:lstStyle/>
          <a:p>
            <a:endParaRPr lang="ko-KR" altLang="en-US"/>
          </a:p>
        </p:txBody>
      </p:sp>
      <p:sp>
        <p:nvSpPr>
          <p:cNvPr id="28" name="Shape 26"/>
          <p:cNvSpPr/>
          <p:nvPr/>
        </p:nvSpPr>
        <p:spPr>
          <a:xfrm>
            <a:off x="11762184" y="4371975"/>
            <a:ext cx="419100" cy="419100"/>
          </a:xfrm>
          <a:prstGeom prst="ellipse">
            <a:avLst/>
          </a:prstGeom>
          <a:solidFill>
            <a:srgbClr val="8AA6C0"/>
          </a:solidFill>
          <a:ln/>
        </p:spPr>
        <p:txBody>
          <a:bodyPr/>
          <a:lstStyle/>
          <a:p>
            <a:endParaRPr lang="ko-KR" altLang="en-US"/>
          </a:p>
        </p:txBody>
      </p:sp>
      <p:sp>
        <p:nvSpPr>
          <p:cNvPr id="29" name="Text 27"/>
          <p:cNvSpPr/>
          <p:nvPr/>
        </p:nvSpPr>
        <p:spPr>
          <a:xfrm>
            <a:off x="11724084" y="4371975"/>
            <a:ext cx="495300" cy="457200"/>
          </a:xfrm>
          <a:prstGeom prst="rect">
            <a:avLst/>
          </a:prstGeom>
          <a:noFill/>
          <a:ln/>
        </p:spPr>
        <p:txBody>
          <a:bodyPr wrap="square" lIns="25400" tIns="25400" rIns="25400" bIns="25400" rtlCol="0" anchor="ctr">
            <a:normAutofit/>
          </a:bodyPr>
          <a:lstStyle/>
          <a:p>
            <a:pPr marL="0" indent="0" algn="ctr">
              <a:buNone/>
            </a:pPr>
            <a:r>
              <a:rPr lang="ko-KR" altLang="en-US" b="1" dirty="0">
                <a:solidFill>
                  <a:srgbClr val="FBF8EF"/>
                </a:solidFill>
                <a:latin typeface="맑은 고딕" panose="020B0503020000020004" pitchFamily="50" charset="-127"/>
                <a:ea typeface="맑은 고딕" panose="020B0503020000020004" pitchFamily="50" charset="-127"/>
                <a:cs typeface="Pretendard" pitchFamily="34" charset="-120"/>
              </a:rPr>
              <a:t>김</a:t>
            </a:r>
            <a:endParaRPr lang="en-US" sz="1800" dirty="0">
              <a:latin typeface="맑은 고딕" panose="020B0503020000020004" pitchFamily="50" charset="-127"/>
            </a:endParaRPr>
          </a:p>
        </p:txBody>
      </p:sp>
      <p:sp>
        <p:nvSpPr>
          <p:cNvPr id="30" name="Text 28"/>
          <p:cNvSpPr/>
          <p:nvPr/>
        </p:nvSpPr>
        <p:spPr>
          <a:xfrm>
            <a:off x="12333684" y="4433888"/>
            <a:ext cx="718393"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950" b="1" dirty="0">
                <a:solidFill>
                  <a:srgbClr val="4A4A4A"/>
                </a:solidFill>
                <a:latin typeface="맑은 고딕" panose="020B0503020000020004" pitchFamily="50" charset="-127"/>
                <a:ea typeface="맑은 고딕" panose="020B0503020000020004" pitchFamily="50" charset="-127"/>
                <a:cs typeface="Pretendard" pitchFamily="34" charset="-120"/>
              </a:rPr>
              <a:t>김민준</a:t>
            </a:r>
            <a:endParaRPr lang="en-US" sz="1950" dirty="0">
              <a:latin typeface="맑은 고딕" panose="020B0503020000020004" pitchFamily="50" charset="-127"/>
            </a:endParaRPr>
          </a:p>
        </p:txBody>
      </p:sp>
      <p:sp>
        <p:nvSpPr>
          <p:cNvPr id="31" name="Text 29"/>
          <p:cNvSpPr/>
          <p:nvPr/>
        </p:nvSpPr>
        <p:spPr>
          <a:xfrm>
            <a:off x="13609290" y="4443413"/>
            <a:ext cx="925860"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6F9472"/>
                </a:solidFill>
                <a:latin typeface="맑은 고딕" panose="020B0503020000020004" pitchFamily="50" charset="-127"/>
                <a:ea typeface="맑은 고딕" panose="020B0503020000020004" pitchFamily="50" charset="-127"/>
                <a:cs typeface="Pretendard" pitchFamily="34" charset="-120"/>
              </a:rPr>
              <a:t>● 반영됨</a:t>
            </a:r>
            <a:endParaRPr lang="en-US" sz="1800" dirty="0">
              <a:latin typeface="맑은 고딕" panose="020B0503020000020004" pitchFamily="50" charset="-127"/>
            </a:endParaRPr>
          </a:p>
        </p:txBody>
      </p:sp>
      <p:sp>
        <p:nvSpPr>
          <p:cNvPr id="32" name="Shape 30"/>
          <p:cNvSpPr/>
          <p:nvPr/>
        </p:nvSpPr>
        <p:spPr>
          <a:xfrm>
            <a:off x="11533584" y="5095875"/>
            <a:ext cx="3153966" cy="762000"/>
          </a:xfrm>
          <a:prstGeom prst="roundRect">
            <a:avLst>
              <a:gd name="adj" fmla="val 20000"/>
            </a:avLst>
          </a:prstGeom>
          <a:solidFill>
            <a:srgbClr val="E4EAF0"/>
          </a:solidFill>
          <a:ln/>
        </p:spPr>
        <p:txBody>
          <a:bodyPr/>
          <a:lstStyle/>
          <a:p>
            <a:endParaRPr lang="ko-KR" altLang="en-US"/>
          </a:p>
        </p:txBody>
      </p:sp>
      <p:sp>
        <p:nvSpPr>
          <p:cNvPr id="33" name="Shape 31"/>
          <p:cNvSpPr/>
          <p:nvPr/>
        </p:nvSpPr>
        <p:spPr>
          <a:xfrm>
            <a:off x="11762184" y="5267325"/>
            <a:ext cx="419100" cy="419100"/>
          </a:xfrm>
          <a:prstGeom prst="ellipse">
            <a:avLst/>
          </a:prstGeom>
          <a:solidFill>
            <a:srgbClr val="9CB0C4"/>
          </a:solidFill>
          <a:ln/>
        </p:spPr>
        <p:txBody>
          <a:bodyPr/>
          <a:lstStyle/>
          <a:p>
            <a:endParaRPr lang="ko-KR" altLang="en-US"/>
          </a:p>
        </p:txBody>
      </p:sp>
      <p:sp>
        <p:nvSpPr>
          <p:cNvPr id="34" name="Text 32"/>
          <p:cNvSpPr/>
          <p:nvPr/>
        </p:nvSpPr>
        <p:spPr>
          <a:xfrm>
            <a:off x="11724084" y="5267325"/>
            <a:ext cx="495300" cy="457200"/>
          </a:xfrm>
          <a:prstGeom prst="rect">
            <a:avLst/>
          </a:prstGeom>
          <a:noFill/>
          <a:ln/>
        </p:spPr>
        <p:txBody>
          <a:bodyPr wrap="square" lIns="25400" tIns="25400" rIns="25400" bIns="25400" rtlCol="0" anchor="ctr">
            <a:normAutofit/>
          </a:bodyPr>
          <a:lstStyle/>
          <a:p>
            <a:pPr marL="0" indent="0" algn="ctr">
              <a:buNone/>
            </a:pPr>
            <a:r>
              <a:rPr lang="ko-KR" altLang="en-US" b="1" dirty="0">
                <a:solidFill>
                  <a:srgbClr val="FBF8EF"/>
                </a:solidFill>
                <a:latin typeface="맑은 고딕" panose="020B0503020000020004" pitchFamily="50" charset="-127"/>
                <a:ea typeface="맑은 고딕" panose="020B0503020000020004" pitchFamily="50" charset="-127"/>
                <a:cs typeface="Pretendard" pitchFamily="34" charset="-120"/>
              </a:rPr>
              <a:t>정</a:t>
            </a:r>
            <a:endParaRPr lang="en-US" sz="1800" dirty="0">
              <a:latin typeface="맑은 고딕" panose="020B0503020000020004" pitchFamily="50" charset="-127"/>
            </a:endParaRPr>
          </a:p>
        </p:txBody>
      </p:sp>
      <p:sp>
        <p:nvSpPr>
          <p:cNvPr id="35" name="Text 33"/>
          <p:cNvSpPr/>
          <p:nvPr/>
        </p:nvSpPr>
        <p:spPr>
          <a:xfrm>
            <a:off x="12333684" y="5329238"/>
            <a:ext cx="718393" cy="333375"/>
          </a:xfrm>
          <a:prstGeom prst="rect">
            <a:avLst/>
          </a:prstGeom>
          <a:noFill/>
          <a:ln/>
        </p:spPr>
        <p:txBody>
          <a:bodyPr wrap="square" lIns="25400" tIns="25400" rIns="25400" bIns="25400" rtlCol="0" anchor="t">
            <a:normAutofit fontScale="85000" lnSpcReduction="10000"/>
          </a:bodyPr>
          <a:lstStyle/>
          <a:p>
            <a:pPr marL="0" indent="0" algn="l">
              <a:buNone/>
            </a:pPr>
            <a:r>
              <a:rPr lang="ko-KR" altLang="en-US" sz="1950" b="1" dirty="0">
                <a:solidFill>
                  <a:srgbClr val="4A4A4A"/>
                </a:solidFill>
                <a:latin typeface="맑은 고딕" panose="020B0503020000020004" pitchFamily="50" charset="-127"/>
                <a:ea typeface="맑은 고딕" panose="020B0503020000020004" pitchFamily="50" charset="-127"/>
                <a:cs typeface="Pretendard" pitchFamily="34" charset="-120"/>
              </a:rPr>
              <a:t>정희성</a:t>
            </a:r>
            <a:endParaRPr lang="en-US" sz="1950" dirty="0">
              <a:latin typeface="맑은 고딕" panose="020B0503020000020004" pitchFamily="50" charset="-127"/>
            </a:endParaRPr>
          </a:p>
        </p:txBody>
      </p:sp>
      <p:sp>
        <p:nvSpPr>
          <p:cNvPr id="36" name="Text 34"/>
          <p:cNvSpPr/>
          <p:nvPr/>
        </p:nvSpPr>
        <p:spPr>
          <a:xfrm>
            <a:off x="13609290" y="5338763"/>
            <a:ext cx="925860"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6F9472"/>
                </a:solidFill>
                <a:latin typeface="맑은 고딕" panose="020B0503020000020004" pitchFamily="50" charset="-127"/>
                <a:ea typeface="맑은 고딕" panose="020B0503020000020004" pitchFamily="50" charset="-127"/>
                <a:cs typeface="Pretendard" pitchFamily="34" charset="-120"/>
              </a:rPr>
              <a:t>● 반영됨</a:t>
            </a:r>
            <a:endParaRPr lang="en-US" sz="1800" dirty="0">
              <a:latin typeface="맑은 고딕" panose="020B0503020000020004" pitchFamily="50" charset="-127"/>
            </a:endParaRPr>
          </a:p>
        </p:txBody>
      </p:sp>
      <p:sp>
        <p:nvSpPr>
          <p:cNvPr id="37" name="Shape 35"/>
          <p:cNvSpPr/>
          <p:nvPr/>
        </p:nvSpPr>
        <p:spPr>
          <a:xfrm>
            <a:off x="11533584" y="5991225"/>
            <a:ext cx="3153966" cy="762000"/>
          </a:xfrm>
          <a:prstGeom prst="roundRect">
            <a:avLst>
              <a:gd name="adj" fmla="val 20000"/>
            </a:avLst>
          </a:prstGeom>
          <a:solidFill>
            <a:srgbClr val="E4EAF0"/>
          </a:solidFill>
          <a:ln/>
        </p:spPr>
        <p:txBody>
          <a:bodyPr/>
          <a:lstStyle/>
          <a:p>
            <a:endParaRPr lang="ko-KR" altLang="en-US"/>
          </a:p>
        </p:txBody>
      </p:sp>
      <p:sp>
        <p:nvSpPr>
          <p:cNvPr id="38" name="Shape 36"/>
          <p:cNvSpPr/>
          <p:nvPr/>
        </p:nvSpPr>
        <p:spPr>
          <a:xfrm>
            <a:off x="11762184" y="6162675"/>
            <a:ext cx="419100" cy="419100"/>
          </a:xfrm>
          <a:prstGeom prst="ellipse">
            <a:avLst/>
          </a:prstGeom>
          <a:solidFill>
            <a:srgbClr val="B6A98F"/>
          </a:solidFill>
          <a:ln/>
        </p:spPr>
        <p:txBody>
          <a:bodyPr/>
          <a:lstStyle/>
          <a:p>
            <a:endParaRPr lang="ko-KR" altLang="en-US"/>
          </a:p>
        </p:txBody>
      </p:sp>
      <p:sp>
        <p:nvSpPr>
          <p:cNvPr id="39" name="Text 37"/>
          <p:cNvSpPr/>
          <p:nvPr/>
        </p:nvSpPr>
        <p:spPr>
          <a:xfrm>
            <a:off x="11724084" y="6162675"/>
            <a:ext cx="495300" cy="457200"/>
          </a:xfrm>
          <a:prstGeom prst="rect">
            <a:avLst/>
          </a:prstGeom>
          <a:noFill/>
          <a:ln/>
        </p:spPr>
        <p:txBody>
          <a:bodyPr wrap="square" lIns="25400" tIns="25400" rIns="25400" bIns="25400" rtlCol="0" anchor="ctr">
            <a:normAutofit/>
          </a:bodyPr>
          <a:lstStyle/>
          <a:p>
            <a:pPr marL="0" indent="0" algn="ctr">
              <a:buNone/>
            </a:pPr>
            <a:r>
              <a:rPr lang="ko-KR" altLang="en-US" b="1" dirty="0">
                <a:solidFill>
                  <a:srgbClr val="FBF8EF"/>
                </a:solidFill>
                <a:latin typeface="맑은 고딕" panose="020B0503020000020004" pitchFamily="50" charset="-127"/>
                <a:ea typeface="맑은 고딕" panose="020B0503020000020004" pitchFamily="50" charset="-127"/>
                <a:cs typeface="Pretendard" pitchFamily="34" charset="-120"/>
              </a:rPr>
              <a:t>김</a:t>
            </a:r>
            <a:endParaRPr lang="en-US" sz="1800" dirty="0">
              <a:latin typeface="맑은 고딕" panose="020B0503020000020004" pitchFamily="50" charset="-127"/>
            </a:endParaRPr>
          </a:p>
        </p:txBody>
      </p:sp>
      <p:sp>
        <p:nvSpPr>
          <p:cNvPr id="40" name="Text 38"/>
          <p:cNvSpPr/>
          <p:nvPr/>
        </p:nvSpPr>
        <p:spPr>
          <a:xfrm>
            <a:off x="12333684" y="6224588"/>
            <a:ext cx="718393" cy="333375"/>
          </a:xfrm>
          <a:prstGeom prst="rect">
            <a:avLst/>
          </a:prstGeom>
          <a:noFill/>
          <a:ln/>
        </p:spPr>
        <p:txBody>
          <a:bodyPr wrap="square" lIns="25400" tIns="25400" rIns="25400" bIns="25400" rtlCol="0" anchor="t">
            <a:normAutofit fontScale="85000" lnSpcReduction="10000"/>
          </a:bodyPr>
          <a:lstStyle/>
          <a:p>
            <a:pPr marL="0" indent="0" algn="l">
              <a:buNone/>
            </a:pPr>
            <a:r>
              <a:rPr lang="ko-KR" altLang="en-US" sz="1950" b="1" dirty="0" err="1">
                <a:solidFill>
                  <a:srgbClr val="4A4A4A"/>
                </a:solidFill>
                <a:latin typeface="맑은 고딕" panose="020B0503020000020004" pitchFamily="50" charset="-127"/>
                <a:ea typeface="맑은 고딕" panose="020B0503020000020004" pitchFamily="50" charset="-127"/>
                <a:cs typeface="Pretendard" pitchFamily="34" charset="-120"/>
              </a:rPr>
              <a:t>김싸피</a:t>
            </a:r>
            <a:endParaRPr lang="en-US" sz="1950" dirty="0">
              <a:latin typeface="맑은 고딕" panose="020B0503020000020004" pitchFamily="50" charset="-127"/>
            </a:endParaRPr>
          </a:p>
        </p:txBody>
      </p:sp>
      <p:sp>
        <p:nvSpPr>
          <p:cNvPr id="41" name="Text 39"/>
          <p:cNvSpPr/>
          <p:nvPr/>
        </p:nvSpPr>
        <p:spPr>
          <a:xfrm>
            <a:off x="13609290" y="6234113"/>
            <a:ext cx="925860" cy="314325"/>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6F9472"/>
                </a:solidFill>
                <a:latin typeface="맑은 고딕" panose="020B0503020000020004" pitchFamily="50" charset="-127"/>
                <a:ea typeface="맑은 고딕" panose="020B0503020000020004" pitchFamily="50" charset="-127"/>
                <a:cs typeface="Pretendard" pitchFamily="34" charset="-120"/>
              </a:rPr>
              <a:t>● 반영됨</a:t>
            </a:r>
            <a:endParaRPr lang="en-US" sz="1800" dirty="0">
              <a:latin typeface="맑은 고딕" panose="020B0503020000020004" pitchFamily="50" charset="-127"/>
            </a:endParaRPr>
          </a:p>
        </p:txBody>
      </p:sp>
      <p:sp>
        <p:nvSpPr>
          <p:cNvPr id="42" name="Shape 40"/>
          <p:cNvSpPr/>
          <p:nvPr/>
        </p:nvSpPr>
        <p:spPr>
          <a:xfrm>
            <a:off x="1352550" y="8334375"/>
            <a:ext cx="5511180" cy="676275"/>
          </a:xfrm>
          <a:prstGeom prst="roundRect">
            <a:avLst>
              <a:gd name="adj" fmla="val 22535"/>
            </a:avLst>
          </a:prstGeom>
          <a:solidFill>
            <a:srgbClr val="FBF8EF"/>
          </a:solidFill>
          <a:ln w="19050">
            <a:solidFill>
              <a:srgbClr val="C7BFA9"/>
            </a:solidFill>
            <a:prstDash val="dash"/>
          </a:ln>
        </p:spPr>
        <p:txBody>
          <a:bodyPr/>
          <a:lstStyle/>
          <a:p>
            <a:endParaRPr lang="ko-KR" altLang="en-US"/>
          </a:p>
        </p:txBody>
      </p:sp>
      <p:pic>
        <p:nvPicPr>
          <p:cNvPr id="4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9250" y="8539163"/>
            <a:ext cx="266700" cy="266700"/>
          </a:xfrm>
          <a:prstGeom prst="rect">
            <a:avLst/>
          </a:prstGeom>
        </p:spPr>
      </p:pic>
      <p:sp>
        <p:nvSpPr>
          <p:cNvPr id="44" name="Text 41"/>
          <p:cNvSpPr/>
          <p:nvPr/>
        </p:nvSpPr>
        <p:spPr>
          <a:xfrm>
            <a:off x="2038350" y="8524875"/>
            <a:ext cx="4825380" cy="333375"/>
          </a:xfrm>
          <a:prstGeom prst="rect">
            <a:avLst/>
          </a:prstGeom>
          <a:noFill/>
          <a:ln/>
        </p:spPr>
        <p:txBody>
          <a:bodyPr wrap="square" lIns="25400" tIns="25400" rIns="25400" bIns="25400" rtlCol="0" anchor="t">
            <a:normAutofit fontScale="92500"/>
          </a:bodyPr>
          <a:lstStyle/>
          <a:p>
            <a:pPr marL="0" indent="0" algn="l">
              <a:buNone/>
            </a:pPr>
            <a:r>
              <a:rPr lang="en-US" sz="1950" b="1" dirty="0">
                <a:solidFill>
                  <a:srgbClr val="4A4A4A"/>
                </a:solidFill>
                <a:latin typeface="맑은 고딕" panose="020B0503020000020004" pitchFamily="50" charset="-127"/>
                <a:ea typeface="맑은 고딕" panose="020B0503020000020004" pitchFamily="50" charset="-127"/>
                <a:cs typeface="Pretendard" pitchFamily="34" charset="-120"/>
              </a:rPr>
              <a:t>알림 </a:t>
            </a:r>
            <a:r>
              <a:rPr lang="en-US" sz="1950" dirty="0">
                <a:solidFill>
                  <a:srgbClr val="6E6A60"/>
                </a:solidFill>
                <a:latin typeface="맑은 고딕" panose="020B0503020000020004" pitchFamily="50" charset="-127"/>
                <a:ea typeface="맑은 고딕" panose="020B0503020000020004" pitchFamily="50" charset="-127"/>
                <a:cs typeface="Pretendard" pitchFamily="34" charset="-120"/>
              </a:rPr>
              <a:t>· “정희성님이 DAY1 일정을 변경했어요”</a:t>
            </a:r>
            <a:endParaRPr lang="en-US" sz="1950" dirty="0">
              <a:latin typeface="맑은 고딕" panose="020B0503020000020004" pitchFamily="50" charset="-127"/>
            </a:endParaRPr>
          </a:p>
        </p:txBody>
      </p:sp>
      <p:sp>
        <p:nvSpPr>
          <p:cNvPr id="45" name="Text 4">
            <a:extLst>
              <a:ext uri="{FF2B5EF4-FFF2-40B4-BE49-F238E27FC236}">
                <a16:creationId xmlns:a16="http://schemas.microsoft.com/office/drawing/2014/main" id="{A39AE124-51F9-46D2-A9B2-B9B7D8AB3A5A}"/>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46" name="Text 5">
            <a:extLst>
              <a:ext uri="{FF2B5EF4-FFF2-40B4-BE49-F238E27FC236}">
                <a16:creationId xmlns:a16="http://schemas.microsoft.com/office/drawing/2014/main" id="{922BCD2E-4E10-4702-996E-0580324E8BB8}"/>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6975887"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Architecture</a:t>
            </a:r>
            <a:endParaRPr lang="en-US" sz="2550" dirty="0">
              <a:latin typeface="맑은 고딕" panose="020B0503020000020004" pitchFamily="50" charset="-127"/>
            </a:endParaRPr>
          </a:p>
        </p:txBody>
      </p:sp>
      <p:sp>
        <p:nvSpPr>
          <p:cNvPr id="11" name="Text 9"/>
          <p:cNvSpPr/>
          <p:nvPr/>
        </p:nvSpPr>
        <p:spPr>
          <a:xfrm>
            <a:off x="1352550" y="1762125"/>
            <a:ext cx="6975887"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시스템 구조와 외부 연동</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14</a:t>
            </a:r>
            <a:endParaRPr lang="en-US" sz="1950" b="1" dirty="0">
              <a:latin typeface="맑은 고딕" panose="020B0503020000020004" pitchFamily="50" charset="-127"/>
            </a:endParaRPr>
          </a:p>
        </p:txBody>
      </p:sp>
      <p:sp>
        <p:nvSpPr>
          <p:cNvPr id="13" name="Text 11"/>
          <p:cNvSpPr/>
          <p:nvPr/>
        </p:nvSpPr>
        <p:spPr>
          <a:xfrm>
            <a:off x="1352550" y="3252788"/>
            <a:ext cx="6082680" cy="381000"/>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9A9486"/>
                </a:solidFill>
                <a:latin typeface="Microsoft YaHei" panose="020B0503020204020204" pitchFamily="34" charset="-122"/>
                <a:ea typeface="Microsoft YaHei" panose="020B0503020204020204" pitchFamily="34" charset="-122"/>
                <a:cs typeface="Space Mono" pitchFamily="34" charset="-120"/>
              </a:rPr>
              <a:t>SERVICE STACK</a:t>
            </a:r>
            <a:endParaRPr lang="en-US" sz="1800" b="1" dirty="0">
              <a:latin typeface="맑은 고딕" panose="020B0503020000020004" pitchFamily="50" charset="-127"/>
            </a:endParaRPr>
          </a:p>
        </p:txBody>
      </p:sp>
      <p:sp>
        <p:nvSpPr>
          <p:cNvPr id="14" name="Shape 12"/>
          <p:cNvSpPr/>
          <p:nvPr/>
        </p:nvSpPr>
        <p:spPr>
          <a:xfrm>
            <a:off x="1352550" y="3748087"/>
            <a:ext cx="5529709" cy="1162050"/>
          </a:xfrm>
          <a:prstGeom prst="roundRect">
            <a:avLst>
              <a:gd name="adj" fmla="val 13115"/>
            </a:avLst>
          </a:prstGeom>
          <a:solidFill>
            <a:srgbClr val="ECE9DD"/>
          </a:solidFill>
          <a:ln/>
        </p:spPr>
        <p:txBody>
          <a:bodyPr/>
          <a:lstStyle/>
          <a:p>
            <a:endParaRPr lang="ko-KR" altLang="en-US"/>
          </a:p>
        </p:txBody>
      </p:sp>
      <p:sp>
        <p:nvSpPr>
          <p:cNvPr id="15" name="Text 13"/>
          <p:cNvSpPr/>
          <p:nvPr/>
        </p:nvSpPr>
        <p:spPr>
          <a:xfrm>
            <a:off x="1619250" y="3957638"/>
            <a:ext cx="5495940" cy="3810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A9486"/>
                </a:solidFill>
                <a:latin typeface="Microsoft YaHei" panose="020B0503020204020204" pitchFamily="34" charset="-122"/>
                <a:ea typeface="Microsoft YaHei" panose="020B0503020204020204" pitchFamily="34" charset="-122"/>
                <a:cs typeface="Space Mono" pitchFamily="34" charset="-120"/>
              </a:rPr>
              <a:t>FRONTEND</a:t>
            </a:r>
            <a:endParaRPr lang="en-US" sz="1800" dirty="0">
              <a:latin typeface="맑은 고딕" panose="020B0503020000020004" pitchFamily="50" charset="-127"/>
            </a:endParaRPr>
          </a:p>
        </p:txBody>
      </p:sp>
      <p:sp>
        <p:nvSpPr>
          <p:cNvPr id="16" name="Text 14"/>
          <p:cNvSpPr/>
          <p:nvPr/>
        </p:nvSpPr>
        <p:spPr>
          <a:xfrm>
            <a:off x="1619250" y="4357688"/>
            <a:ext cx="549594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 Vue.js</a:t>
            </a:r>
            <a:endParaRPr lang="en-US" sz="2250" dirty="0">
              <a:latin typeface="맑은 고딕" panose="020B0503020000020004" pitchFamily="50" charset="-127"/>
            </a:endParaRPr>
          </a:p>
        </p:txBody>
      </p:sp>
      <p:sp>
        <p:nvSpPr>
          <p:cNvPr id="17" name="Text 15"/>
          <p:cNvSpPr/>
          <p:nvPr/>
        </p:nvSpPr>
        <p:spPr>
          <a:xfrm>
            <a:off x="1076065" y="5024438"/>
            <a:ext cx="6082680"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A29C8C"/>
                </a:solidFill>
                <a:latin typeface="Microsoft YaHei" panose="020B0503020204020204" pitchFamily="34" charset="-122"/>
                <a:ea typeface="Microsoft YaHei" panose="020B0503020204020204" pitchFamily="34" charset="-122"/>
                <a:cs typeface="Space Mono" pitchFamily="34" charset="-120"/>
              </a:rPr>
              <a:t>↓ REST · SSE</a:t>
            </a:r>
            <a:endParaRPr lang="en-US" sz="1800" dirty="0">
              <a:latin typeface="맑은 고딕" panose="020B0503020000020004" pitchFamily="50" charset="-127"/>
            </a:endParaRPr>
          </a:p>
        </p:txBody>
      </p:sp>
      <p:sp>
        <p:nvSpPr>
          <p:cNvPr id="18" name="Shape 16"/>
          <p:cNvSpPr/>
          <p:nvPr/>
        </p:nvSpPr>
        <p:spPr>
          <a:xfrm>
            <a:off x="1352550" y="5481638"/>
            <a:ext cx="5529709" cy="1162050"/>
          </a:xfrm>
          <a:prstGeom prst="roundRect">
            <a:avLst>
              <a:gd name="adj" fmla="val 13115"/>
            </a:avLst>
          </a:prstGeom>
          <a:solidFill>
            <a:srgbClr val="ECE9DD"/>
          </a:solidFill>
          <a:ln/>
        </p:spPr>
        <p:txBody>
          <a:bodyPr/>
          <a:lstStyle/>
          <a:p>
            <a:endParaRPr lang="ko-KR" altLang="en-US"/>
          </a:p>
        </p:txBody>
      </p:sp>
      <p:sp>
        <p:nvSpPr>
          <p:cNvPr id="19" name="Text 17"/>
          <p:cNvSpPr/>
          <p:nvPr/>
        </p:nvSpPr>
        <p:spPr>
          <a:xfrm>
            <a:off x="1619250" y="5691188"/>
            <a:ext cx="5495940" cy="3810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A9486"/>
                </a:solidFill>
                <a:latin typeface="Microsoft YaHei" panose="020B0503020204020204" pitchFamily="34" charset="-122"/>
                <a:ea typeface="Microsoft YaHei" panose="020B0503020204020204" pitchFamily="34" charset="-122"/>
                <a:cs typeface="Space Mono" pitchFamily="34" charset="-120"/>
              </a:rPr>
              <a:t>BACKEND</a:t>
            </a:r>
            <a:endParaRPr lang="en-US" sz="1800" dirty="0">
              <a:latin typeface="맑은 고딕" panose="020B0503020000020004" pitchFamily="50" charset="-127"/>
            </a:endParaRPr>
          </a:p>
        </p:txBody>
      </p:sp>
      <p:sp>
        <p:nvSpPr>
          <p:cNvPr id="20" name="Text 18"/>
          <p:cNvSpPr/>
          <p:nvPr/>
        </p:nvSpPr>
        <p:spPr>
          <a:xfrm>
            <a:off x="1619250" y="6091238"/>
            <a:ext cx="5495940"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Spring Boot 4 · Java 21</a:t>
            </a:r>
            <a:endParaRPr lang="en-US" sz="2250" dirty="0">
              <a:latin typeface="맑은 고딕" panose="020B0503020000020004" pitchFamily="50" charset="-127"/>
            </a:endParaRPr>
          </a:p>
        </p:txBody>
      </p:sp>
      <p:sp>
        <p:nvSpPr>
          <p:cNvPr id="21" name="Text 19"/>
          <p:cNvSpPr/>
          <p:nvPr/>
        </p:nvSpPr>
        <p:spPr>
          <a:xfrm>
            <a:off x="1076065" y="6757988"/>
            <a:ext cx="6082680" cy="381000"/>
          </a:xfrm>
          <a:prstGeom prst="rect">
            <a:avLst/>
          </a:prstGeom>
          <a:noFill/>
          <a:ln/>
        </p:spPr>
        <p:txBody>
          <a:bodyPr wrap="square" lIns="25400" tIns="25400" rIns="25400" bIns="25400" rtlCol="0" anchor="t">
            <a:normAutofit/>
          </a:bodyPr>
          <a:lstStyle/>
          <a:p>
            <a:pPr marL="0" indent="0" algn="ctr">
              <a:buNone/>
            </a:pPr>
            <a:r>
              <a:rPr lang="en-US" sz="1800" dirty="0">
                <a:solidFill>
                  <a:srgbClr val="A29C8C"/>
                </a:solidFill>
                <a:latin typeface="Microsoft YaHei" panose="020B0503020204020204" pitchFamily="34" charset="-122"/>
                <a:ea typeface="Microsoft YaHei" panose="020B0503020204020204" pitchFamily="34" charset="-122"/>
                <a:cs typeface="Space Mono" pitchFamily="34" charset="-120"/>
              </a:rPr>
              <a:t>↓ JPA</a:t>
            </a:r>
            <a:endParaRPr lang="en-US" sz="1800" dirty="0">
              <a:latin typeface="맑은 고딕" panose="020B0503020000020004" pitchFamily="50" charset="-127"/>
            </a:endParaRPr>
          </a:p>
        </p:txBody>
      </p:sp>
      <p:sp>
        <p:nvSpPr>
          <p:cNvPr id="22" name="Shape 20"/>
          <p:cNvSpPr/>
          <p:nvPr/>
        </p:nvSpPr>
        <p:spPr>
          <a:xfrm>
            <a:off x="1352550" y="7215188"/>
            <a:ext cx="5529709" cy="1162050"/>
          </a:xfrm>
          <a:prstGeom prst="roundRect">
            <a:avLst>
              <a:gd name="adj" fmla="val 13115"/>
            </a:avLst>
          </a:prstGeom>
          <a:solidFill>
            <a:srgbClr val="ECE9DD"/>
          </a:solidFill>
          <a:ln/>
        </p:spPr>
        <p:txBody>
          <a:bodyPr/>
          <a:lstStyle/>
          <a:p>
            <a:endParaRPr lang="ko-KR" altLang="en-US"/>
          </a:p>
        </p:txBody>
      </p:sp>
      <p:sp>
        <p:nvSpPr>
          <p:cNvPr id="23" name="Text 21"/>
          <p:cNvSpPr/>
          <p:nvPr/>
        </p:nvSpPr>
        <p:spPr>
          <a:xfrm>
            <a:off x="1619250" y="7424737"/>
            <a:ext cx="1758255" cy="3810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9A9486"/>
                </a:solidFill>
                <a:latin typeface="Microsoft YaHei" panose="020B0503020204020204" pitchFamily="34" charset="-122"/>
                <a:ea typeface="Microsoft YaHei" panose="020B0503020204020204" pitchFamily="34" charset="-122"/>
                <a:cs typeface="Space Mono" pitchFamily="34" charset="-120"/>
              </a:rPr>
              <a:t>DATABASE</a:t>
            </a:r>
            <a:endParaRPr lang="en-US" sz="1800" dirty="0">
              <a:latin typeface="맑은 고딕" panose="020B0503020000020004" pitchFamily="50" charset="-127"/>
            </a:endParaRPr>
          </a:p>
        </p:txBody>
      </p:sp>
      <p:sp>
        <p:nvSpPr>
          <p:cNvPr id="24" name="Text 22"/>
          <p:cNvSpPr/>
          <p:nvPr/>
        </p:nvSpPr>
        <p:spPr>
          <a:xfrm>
            <a:off x="1619250" y="7824787"/>
            <a:ext cx="1758255"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PostgreSQL</a:t>
            </a:r>
            <a:endParaRPr lang="en-US" sz="2250" dirty="0">
              <a:latin typeface="맑은 고딕" panose="020B0503020000020004" pitchFamily="50" charset="-127"/>
            </a:endParaRPr>
          </a:p>
        </p:txBody>
      </p:sp>
      <p:sp>
        <p:nvSpPr>
          <p:cNvPr id="25" name="Text 23"/>
          <p:cNvSpPr/>
          <p:nvPr/>
        </p:nvSpPr>
        <p:spPr>
          <a:xfrm>
            <a:off x="4936629" y="7624762"/>
            <a:ext cx="1846823" cy="381000"/>
          </a:xfrm>
          <a:prstGeom prst="rect">
            <a:avLst/>
          </a:prstGeom>
          <a:noFill/>
          <a:ln/>
        </p:spPr>
        <p:txBody>
          <a:bodyPr wrap="square" lIns="25400" tIns="25400" rIns="25400" bIns="25400" rtlCol="0" anchor="t">
            <a:normAutofit/>
          </a:bodyPr>
          <a:lstStyle/>
          <a:p>
            <a:pPr marL="0" indent="0" algn="l">
              <a:buNone/>
            </a:pPr>
            <a:r>
              <a:rPr lang="en-US" sz="1800" dirty="0">
                <a:solidFill>
                  <a:srgbClr val="A29C8C"/>
                </a:solidFill>
                <a:latin typeface="Microsoft YaHei" panose="020B0503020204020204" pitchFamily="34" charset="-122"/>
                <a:ea typeface="Microsoft YaHei" panose="020B0503020204020204" pitchFamily="34" charset="-122"/>
                <a:cs typeface="Space Mono" pitchFamily="34" charset="-120"/>
              </a:rPr>
              <a:t>Docker · EC2</a:t>
            </a:r>
            <a:endParaRPr lang="en-US" sz="1800" dirty="0">
              <a:latin typeface="맑은 고딕" panose="020B0503020000020004" pitchFamily="50" charset="-127"/>
            </a:endParaRPr>
          </a:p>
        </p:txBody>
      </p:sp>
      <p:sp>
        <p:nvSpPr>
          <p:cNvPr id="26" name="Text 24"/>
          <p:cNvSpPr/>
          <p:nvPr/>
        </p:nvSpPr>
        <p:spPr>
          <a:xfrm>
            <a:off x="7206109" y="3252788"/>
            <a:ext cx="8229585" cy="381000"/>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9A9486"/>
                </a:solidFill>
                <a:latin typeface="Microsoft YaHei" panose="020B0503020204020204" pitchFamily="34" charset="-122"/>
                <a:ea typeface="Microsoft YaHei" panose="020B0503020204020204" pitchFamily="34" charset="-122"/>
                <a:cs typeface="Space Mono" pitchFamily="34" charset="-120"/>
              </a:rPr>
              <a:t>EXTERNAL INTERFACE · 역할 분리</a:t>
            </a:r>
            <a:endParaRPr lang="en-US" sz="1800" b="1" dirty="0">
              <a:latin typeface="맑은 고딕" panose="020B0503020000020004" pitchFamily="50" charset="-127"/>
            </a:endParaRPr>
          </a:p>
        </p:txBody>
      </p:sp>
      <p:sp>
        <p:nvSpPr>
          <p:cNvPr id="27" name="Shape 25"/>
          <p:cNvSpPr/>
          <p:nvPr/>
        </p:nvSpPr>
        <p:spPr>
          <a:xfrm>
            <a:off x="7206109" y="3748087"/>
            <a:ext cx="3654921" cy="1714500"/>
          </a:xfrm>
          <a:prstGeom prst="roundRect">
            <a:avLst>
              <a:gd name="adj" fmla="val 10000"/>
            </a:avLst>
          </a:prstGeom>
          <a:solidFill>
            <a:srgbClr val="E4EAF0"/>
          </a:solidFill>
          <a:ln/>
        </p:spPr>
        <p:txBody>
          <a:bodyPr/>
          <a:lstStyle/>
          <a:p>
            <a:endParaRPr lang="ko-KR" altLang="en-US"/>
          </a:p>
        </p:txBody>
      </p:sp>
      <p:sp>
        <p:nvSpPr>
          <p:cNvPr id="28" name="Text 26"/>
          <p:cNvSpPr/>
          <p:nvPr/>
        </p:nvSpPr>
        <p:spPr>
          <a:xfrm>
            <a:off x="7472809" y="3995738"/>
            <a:ext cx="3433673"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E97B3"/>
                </a:solidFill>
                <a:latin typeface="Microsoft YaHei" panose="020B0503020204020204" pitchFamily="34" charset="-122"/>
                <a:ea typeface="Microsoft YaHei" panose="020B0503020204020204" pitchFamily="34" charset="-122"/>
                <a:cs typeface="Space Mono" pitchFamily="34" charset="-120"/>
              </a:rPr>
              <a:t>GOOGLE PLACES</a:t>
            </a:r>
            <a:endParaRPr lang="en-US" sz="1800" b="1" dirty="0">
              <a:latin typeface="맑은 고딕" panose="020B0503020000020004" pitchFamily="50" charset="-127"/>
            </a:endParaRPr>
          </a:p>
        </p:txBody>
      </p:sp>
      <p:sp>
        <p:nvSpPr>
          <p:cNvPr id="29" name="Text 27"/>
          <p:cNvSpPr/>
          <p:nvPr/>
        </p:nvSpPr>
        <p:spPr>
          <a:xfrm>
            <a:off x="7472809" y="4364158"/>
            <a:ext cx="3433673" cy="400050"/>
          </a:xfrm>
          <a:prstGeom prst="rect">
            <a:avLst/>
          </a:prstGeom>
          <a:noFill/>
          <a:ln/>
        </p:spPr>
        <p:txBody>
          <a:bodyPr wrap="square" lIns="25400" tIns="25400" rIns="25400" bIns="25400" rtlCol="0" anchor="t">
            <a:normAutofit/>
          </a:bodyPr>
          <a:lstStyle/>
          <a:p>
            <a:pPr marL="0" indent="0" algn="l">
              <a:buNone/>
            </a:pPr>
            <a:r>
              <a:rPr lang="en-US" b="1" dirty="0">
                <a:solidFill>
                  <a:srgbClr val="4A4A4A"/>
                </a:solidFill>
                <a:latin typeface="맑은 고딕" panose="020B0503020000020004" pitchFamily="50" charset="-127"/>
                <a:ea typeface="맑은 고딕" panose="020B0503020000020004" pitchFamily="50" charset="-127"/>
                <a:cs typeface="Black Han Sans" pitchFamily="34" charset="-120"/>
              </a:rPr>
              <a:t>장소 검색</a:t>
            </a:r>
            <a:endParaRPr lang="en-US" b="1" dirty="0">
              <a:latin typeface="맑은 고딕" panose="020B0503020000020004" pitchFamily="50" charset="-127"/>
            </a:endParaRPr>
          </a:p>
        </p:txBody>
      </p:sp>
      <p:sp>
        <p:nvSpPr>
          <p:cNvPr id="30" name="Text 28"/>
          <p:cNvSpPr/>
          <p:nvPr/>
        </p:nvSpPr>
        <p:spPr>
          <a:xfrm>
            <a:off x="7472809" y="4872038"/>
            <a:ext cx="3433673"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E6A60"/>
                </a:solidFill>
                <a:latin typeface="맑은 고딕" panose="020B0503020000020004" pitchFamily="50" charset="-127"/>
                <a:ea typeface="맑은 고딕" panose="020B0503020000020004" pitchFamily="50" charset="-127"/>
                <a:cs typeface="Pretendard" pitchFamily="34" charset="-120"/>
              </a:rPr>
              <a:t>장소 정보·사진 단일 소스</a:t>
            </a:r>
            <a:endParaRPr lang="en-US" sz="1800" dirty="0">
              <a:latin typeface="맑은 고딕" panose="020B0503020000020004" pitchFamily="50" charset="-127"/>
            </a:endParaRPr>
          </a:p>
        </p:txBody>
      </p:sp>
      <p:sp>
        <p:nvSpPr>
          <p:cNvPr id="31" name="Shape 29"/>
          <p:cNvSpPr/>
          <p:nvPr/>
        </p:nvSpPr>
        <p:spPr>
          <a:xfrm>
            <a:off x="11032480" y="3748087"/>
            <a:ext cx="3655070" cy="1714500"/>
          </a:xfrm>
          <a:prstGeom prst="roundRect">
            <a:avLst>
              <a:gd name="adj" fmla="val 10000"/>
            </a:avLst>
          </a:prstGeom>
          <a:solidFill>
            <a:srgbClr val="E4EAF0"/>
          </a:solidFill>
          <a:ln/>
        </p:spPr>
        <p:txBody>
          <a:bodyPr/>
          <a:lstStyle/>
          <a:p>
            <a:endParaRPr lang="ko-KR" altLang="en-US"/>
          </a:p>
        </p:txBody>
      </p:sp>
      <p:sp>
        <p:nvSpPr>
          <p:cNvPr id="32" name="Text 30"/>
          <p:cNvSpPr/>
          <p:nvPr/>
        </p:nvSpPr>
        <p:spPr>
          <a:xfrm>
            <a:off x="11299180" y="3995738"/>
            <a:ext cx="3433837"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E97B3"/>
                </a:solidFill>
                <a:latin typeface="Microsoft YaHei" panose="020B0503020204020204" pitchFamily="34" charset="-122"/>
                <a:ea typeface="Microsoft YaHei" panose="020B0503020204020204" pitchFamily="34" charset="-122"/>
                <a:cs typeface="Space Mono" pitchFamily="34" charset="-120"/>
              </a:rPr>
              <a:t>KAKAO</a:t>
            </a:r>
            <a:endParaRPr lang="en-US" sz="1800" b="1" dirty="0">
              <a:latin typeface="맑은 고딕" panose="020B0503020000020004" pitchFamily="50" charset="-127"/>
            </a:endParaRPr>
          </a:p>
        </p:txBody>
      </p:sp>
      <p:sp>
        <p:nvSpPr>
          <p:cNvPr id="33" name="Text 31"/>
          <p:cNvSpPr/>
          <p:nvPr/>
        </p:nvSpPr>
        <p:spPr>
          <a:xfrm>
            <a:off x="11299180" y="4364158"/>
            <a:ext cx="3433837" cy="466725"/>
          </a:xfrm>
          <a:prstGeom prst="rect">
            <a:avLst/>
          </a:prstGeom>
          <a:noFill/>
          <a:ln/>
        </p:spPr>
        <p:txBody>
          <a:bodyPr wrap="square" lIns="25400" tIns="25400" rIns="25400" bIns="25400" rtlCol="0" anchor="t">
            <a:normAutofit/>
          </a:bodyPr>
          <a:lstStyle/>
          <a:p>
            <a:pPr marL="0" indent="0" algn="l">
              <a:buNone/>
            </a:pPr>
            <a:r>
              <a:rPr lang="en-US" b="1" dirty="0">
                <a:solidFill>
                  <a:srgbClr val="4A4A4A"/>
                </a:solidFill>
                <a:latin typeface="맑은 고딕" panose="020B0503020000020004" pitchFamily="50" charset="-127"/>
                <a:ea typeface="맑은 고딕" panose="020B0503020000020004" pitchFamily="50" charset="-127"/>
                <a:cs typeface="Black Han Sans" pitchFamily="34" charset="-120"/>
              </a:rPr>
              <a:t>이동·지도</a:t>
            </a:r>
            <a:endParaRPr lang="en-US" b="1" dirty="0">
              <a:latin typeface="맑은 고딕" panose="020B0503020000020004" pitchFamily="50" charset="-127"/>
            </a:endParaRPr>
          </a:p>
        </p:txBody>
      </p:sp>
      <p:sp>
        <p:nvSpPr>
          <p:cNvPr id="34" name="Text 32"/>
          <p:cNvSpPr/>
          <p:nvPr/>
        </p:nvSpPr>
        <p:spPr>
          <a:xfrm>
            <a:off x="11299180" y="4938713"/>
            <a:ext cx="3433837"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E6A60"/>
                </a:solidFill>
                <a:latin typeface="맑은 고딕" panose="020B0503020000020004" pitchFamily="50" charset="-127"/>
                <a:ea typeface="맑은 고딕" panose="020B0503020000020004" pitchFamily="50" charset="-127"/>
                <a:cs typeface="Pretendard" pitchFamily="34" charset="-120"/>
              </a:rPr>
              <a:t>이동시간·비용·핀 지도</a:t>
            </a:r>
            <a:endParaRPr lang="en-US" sz="1800" dirty="0">
              <a:latin typeface="맑은 고딕" panose="020B0503020000020004" pitchFamily="50" charset="-127"/>
            </a:endParaRPr>
          </a:p>
        </p:txBody>
      </p:sp>
      <p:sp>
        <p:nvSpPr>
          <p:cNvPr id="35" name="Shape 33"/>
          <p:cNvSpPr/>
          <p:nvPr/>
        </p:nvSpPr>
        <p:spPr>
          <a:xfrm>
            <a:off x="7206109" y="5634038"/>
            <a:ext cx="3654921" cy="1647825"/>
          </a:xfrm>
          <a:prstGeom prst="roundRect">
            <a:avLst>
              <a:gd name="adj" fmla="val 10405"/>
            </a:avLst>
          </a:prstGeom>
          <a:solidFill>
            <a:srgbClr val="E4EAF0"/>
          </a:solidFill>
          <a:ln/>
        </p:spPr>
        <p:txBody>
          <a:bodyPr/>
          <a:lstStyle/>
          <a:p>
            <a:endParaRPr lang="ko-KR" altLang="en-US"/>
          </a:p>
        </p:txBody>
      </p:sp>
      <p:sp>
        <p:nvSpPr>
          <p:cNvPr id="36" name="Text 34"/>
          <p:cNvSpPr/>
          <p:nvPr/>
        </p:nvSpPr>
        <p:spPr>
          <a:xfrm>
            <a:off x="7472809" y="5881688"/>
            <a:ext cx="3433673"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E97B3"/>
                </a:solidFill>
                <a:latin typeface="Microsoft YaHei" panose="020B0503020204020204" pitchFamily="34" charset="-122"/>
                <a:ea typeface="Microsoft YaHei" panose="020B0503020204020204" pitchFamily="34" charset="-122"/>
                <a:cs typeface="Space Mono" pitchFamily="34" charset="-120"/>
              </a:rPr>
              <a:t>TOURAPI</a:t>
            </a:r>
            <a:endParaRPr lang="en-US" sz="1800" b="1" dirty="0">
              <a:latin typeface="맑은 고딕" panose="020B0503020000020004" pitchFamily="50" charset="-127"/>
            </a:endParaRPr>
          </a:p>
        </p:txBody>
      </p:sp>
      <p:sp>
        <p:nvSpPr>
          <p:cNvPr id="37" name="Text 35"/>
          <p:cNvSpPr/>
          <p:nvPr/>
        </p:nvSpPr>
        <p:spPr>
          <a:xfrm>
            <a:off x="7472809" y="6250108"/>
            <a:ext cx="3433673" cy="400050"/>
          </a:xfrm>
          <a:prstGeom prst="rect">
            <a:avLst/>
          </a:prstGeom>
          <a:noFill/>
          <a:ln/>
        </p:spPr>
        <p:txBody>
          <a:bodyPr wrap="square" lIns="25400" tIns="25400" rIns="25400" bIns="25400" rtlCol="0" anchor="t">
            <a:normAutofit/>
          </a:bodyPr>
          <a:lstStyle/>
          <a:p>
            <a:pPr marL="0" indent="0" algn="l">
              <a:buNone/>
            </a:pPr>
            <a:r>
              <a:rPr lang="en-US" b="1" dirty="0">
                <a:solidFill>
                  <a:srgbClr val="4A4A4A"/>
                </a:solidFill>
                <a:latin typeface="맑은 고딕" panose="020B0503020000020004" pitchFamily="50" charset="-127"/>
                <a:ea typeface="맑은 고딕" panose="020B0503020000020004" pitchFamily="50" charset="-127"/>
                <a:cs typeface="Black Han Sans" pitchFamily="34" charset="-120"/>
              </a:rPr>
              <a:t>국내 추천</a:t>
            </a:r>
            <a:endParaRPr lang="en-US" b="1" dirty="0">
              <a:latin typeface="맑은 고딕" panose="020B0503020000020004" pitchFamily="50" charset="-127"/>
            </a:endParaRPr>
          </a:p>
        </p:txBody>
      </p:sp>
      <p:sp>
        <p:nvSpPr>
          <p:cNvPr id="38" name="Text 36"/>
          <p:cNvSpPr/>
          <p:nvPr/>
        </p:nvSpPr>
        <p:spPr>
          <a:xfrm>
            <a:off x="7472809" y="6757988"/>
            <a:ext cx="3433673"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E6A60"/>
                </a:solidFill>
                <a:latin typeface="맑은 고딕" panose="020B0503020000020004" pitchFamily="50" charset="-127"/>
                <a:ea typeface="맑은 고딕" panose="020B0503020000020004" pitchFamily="50" charset="-127"/>
                <a:cs typeface="Pretendard" pitchFamily="34" charset="-120"/>
              </a:rPr>
              <a:t>관광지·테마 추천</a:t>
            </a:r>
            <a:endParaRPr lang="en-US" sz="1800" dirty="0">
              <a:latin typeface="맑은 고딕" panose="020B0503020000020004" pitchFamily="50" charset="-127"/>
            </a:endParaRPr>
          </a:p>
        </p:txBody>
      </p:sp>
      <p:sp>
        <p:nvSpPr>
          <p:cNvPr id="39" name="Shape 37"/>
          <p:cNvSpPr/>
          <p:nvPr/>
        </p:nvSpPr>
        <p:spPr>
          <a:xfrm>
            <a:off x="11032480" y="5634038"/>
            <a:ext cx="3655070" cy="1647825"/>
          </a:xfrm>
          <a:prstGeom prst="roundRect">
            <a:avLst>
              <a:gd name="adj" fmla="val 10405"/>
            </a:avLst>
          </a:prstGeom>
          <a:solidFill>
            <a:srgbClr val="E4EAF0"/>
          </a:solidFill>
          <a:ln/>
        </p:spPr>
        <p:txBody>
          <a:bodyPr/>
          <a:lstStyle/>
          <a:p>
            <a:endParaRPr lang="ko-KR" altLang="en-US"/>
          </a:p>
        </p:txBody>
      </p:sp>
      <p:sp>
        <p:nvSpPr>
          <p:cNvPr id="40" name="Text 38"/>
          <p:cNvSpPr/>
          <p:nvPr/>
        </p:nvSpPr>
        <p:spPr>
          <a:xfrm>
            <a:off x="11299180" y="5881688"/>
            <a:ext cx="3433837" cy="38100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7E97B3"/>
                </a:solidFill>
                <a:latin typeface="Microsoft YaHei" panose="020B0503020204020204" pitchFamily="34" charset="-122"/>
                <a:ea typeface="Microsoft YaHei" panose="020B0503020204020204" pitchFamily="34" charset="-122"/>
                <a:cs typeface="Space Mono" pitchFamily="34" charset="-120"/>
              </a:rPr>
              <a:t>GEMINI</a:t>
            </a:r>
            <a:endParaRPr lang="en-US" sz="1800" b="1" dirty="0">
              <a:latin typeface="맑은 고딕" panose="020B0503020000020004" pitchFamily="50" charset="-127"/>
            </a:endParaRPr>
          </a:p>
        </p:txBody>
      </p:sp>
      <p:sp>
        <p:nvSpPr>
          <p:cNvPr id="41" name="Text 39"/>
          <p:cNvSpPr/>
          <p:nvPr/>
        </p:nvSpPr>
        <p:spPr>
          <a:xfrm>
            <a:off x="11299180" y="6250108"/>
            <a:ext cx="3433837" cy="400050"/>
          </a:xfrm>
          <a:prstGeom prst="rect">
            <a:avLst/>
          </a:prstGeom>
          <a:noFill/>
          <a:ln/>
        </p:spPr>
        <p:txBody>
          <a:bodyPr wrap="square" lIns="25400" tIns="25400" rIns="25400" bIns="25400" rtlCol="0" anchor="t">
            <a:normAutofit/>
          </a:bodyPr>
          <a:lstStyle/>
          <a:p>
            <a:pPr marL="0" indent="0" algn="l">
              <a:buNone/>
            </a:pPr>
            <a:r>
              <a:rPr lang="en-US" b="1" dirty="0">
                <a:solidFill>
                  <a:srgbClr val="4A4A4A"/>
                </a:solidFill>
                <a:latin typeface="맑은 고딕" panose="020B0503020000020004" pitchFamily="50" charset="-127"/>
                <a:ea typeface="맑은 고딕" panose="020B0503020000020004" pitchFamily="50" charset="-127"/>
                <a:cs typeface="Black Han Sans" pitchFamily="34" charset="-120"/>
              </a:rPr>
              <a:t>리뷰 요약</a:t>
            </a:r>
            <a:endParaRPr lang="en-US" b="1" dirty="0">
              <a:latin typeface="맑은 고딕" panose="020B0503020000020004" pitchFamily="50" charset="-127"/>
            </a:endParaRPr>
          </a:p>
        </p:txBody>
      </p:sp>
      <p:sp>
        <p:nvSpPr>
          <p:cNvPr id="42" name="Text 40"/>
          <p:cNvSpPr/>
          <p:nvPr/>
        </p:nvSpPr>
        <p:spPr>
          <a:xfrm>
            <a:off x="11299180" y="6757988"/>
            <a:ext cx="3433837"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E6A60"/>
                </a:solidFill>
                <a:latin typeface="맑은 고딕" panose="020B0503020000020004" pitchFamily="50" charset="-127"/>
                <a:ea typeface="맑은 고딕" panose="020B0503020000020004" pitchFamily="50" charset="-127"/>
                <a:cs typeface="Pretendard" pitchFamily="34" charset="-120"/>
              </a:rPr>
              <a:t>많은 리뷰를 3줄로</a:t>
            </a:r>
            <a:endParaRPr lang="en-US" sz="1800" dirty="0">
              <a:latin typeface="맑은 고딕" panose="020B0503020000020004" pitchFamily="50" charset="-127"/>
            </a:endParaRPr>
          </a:p>
        </p:txBody>
      </p:sp>
      <p:sp>
        <p:nvSpPr>
          <p:cNvPr id="43" name="Text 4">
            <a:extLst>
              <a:ext uri="{FF2B5EF4-FFF2-40B4-BE49-F238E27FC236}">
                <a16:creationId xmlns:a16="http://schemas.microsoft.com/office/drawing/2014/main" id="{A4080DEF-FF25-425B-8FAC-7D0D2A00792A}"/>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44" name="Text 5">
            <a:extLst>
              <a:ext uri="{FF2B5EF4-FFF2-40B4-BE49-F238E27FC236}">
                <a16:creationId xmlns:a16="http://schemas.microsoft.com/office/drawing/2014/main" id="{81222261-1087-4784-A78E-2CE4AD383333}"/>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10" name="Text 8"/>
          <p:cNvSpPr/>
          <p:nvPr/>
        </p:nvSpPr>
        <p:spPr>
          <a:xfrm>
            <a:off x="1352550" y="1276350"/>
            <a:ext cx="4870400"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Tech &amp; Security</a:t>
            </a:r>
            <a:endParaRPr lang="en-US" sz="2550" dirty="0">
              <a:latin typeface="맑은 고딕" panose="020B0503020000020004" pitchFamily="50" charset="-127"/>
            </a:endParaRPr>
          </a:p>
        </p:txBody>
      </p:sp>
      <p:sp>
        <p:nvSpPr>
          <p:cNvPr id="11" name="Text 9"/>
          <p:cNvSpPr/>
          <p:nvPr/>
        </p:nvSpPr>
        <p:spPr>
          <a:xfrm>
            <a:off x="1352550" y="1762125"/>
            <a:ext cx="4870400"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기술 스택과 보안</a:t>
            </a:r>
            <a:endParaRPr lang="en-US" sz="5400" b="1" dirty="0">
              <a:latin typeface="맑은 고딕" panose="020B0503020000020004" pitchFamily="50" charset="-127"/>
            </a:endParaRPr>
          </a:p>
        </p:txBody>
      </p:sp>
      <p:sp>
        <p:nvSpPr>
          <p:cNvPr id="12" name="Text 10"/>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15</a:t>
            </a:r>
            <a:endParaRPr lang="en-US" sz="1950" b="1" dirty="0">
              <a:latin typeface="맑은 고딕" panose="020B0503020000020004" pitchFamily="50" charset="-127"/>
            </a:endParaRPr>
          </a:p>
        </p:txBody>
      </p:sp>
      <p:sp>
        <p:nvSpPr>
          <p:cNvPr id="13" name="Text 11"/>
          <p:cNvSpPr/>
          <p:nvPr/>
        </p:nvSpPr>
        <p:spPr>
          <a:xfrm>
            <a:off x="1342931" y="3105150"/>
            <a:ext cx="2216394" cy="38100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9A9486"/>
                </a:solidFill>
                <a:latin typeface="Microsoft YaHei" panose="020B0503020204020204" pitchFamily="34" charset="-122"/>
                <a:ea typeface="Microsoft YaHei" panose="020B0503020204020204" pitchFamily="34" charset="-122"/>
                <a:cs typeface="Space Mono" pitchFamily="34" charset="-120"/>
              </a:rPr>
              <a:t>BACKEND</a:t>
            </a:r>
            <a:endParaRPr lang="en-US" sz="1800" b="1" dirty="0">
              <a:latin typeface="맑은 고딕" panose="020B0503020000020004" pitchFamily="50" charset="-127"/>
            </a:endParaRPr>
          </a:p>
        </p:txBody>
      </p:sp>
      <p:sp>
        <p:nvSpPr>
          <p:cNvPr id="14" name="Shape 12"/>
          <p:cNvSpPr/>
          <p:nvPr/>
        </p:nvSpPr>
        <p:spPr>
          <a:xfrm>
            <a:off x="3505200" y="3019425"/>
            <a:ext cx="2413695" cy="514350"/>
          </a:xfrm>
          <a:prstGeom prst="roundRect">
            <a:avLst>
              <a:gd name="adj" fmla="val 50000"/>
            </a:avLst>
          </a:prstGeom>
          <a:solidFill>
            <a:srgbClr val="ECE9DD"/>
          </a:solidFill>
          <a:ln/>
        </p:spPr>
        <p:txBody>
          <a:bodyPr/>
          <a:lstStyle/>
          <a:p>
            <a:endParaRPr lang="ko-KR" altLang="en-US"/>
          </a:p>
        </p:txBody>
      </p:sp>
      <p:pic>
        <p:nvPicPr>
          <p:cNvPr id="15" name="Image 0" descr="preencoded.png"/>
          <p:cNvPicPr>
            <a:picLocks noChangeAspect="1"/>
          </p:cNvPicPr>
          <p:nvPr/>
        </p:nvPicPr>
        <p:blipFill>
          <a:blip r:embed="rId4"/>
          <a:stretch>
            <a:fillRect/>
          </a:stretch>
        </p:blipFill>
        <p:spPr>
          <a:xfrm>
            <a:off x="3657600" y="3143250"/>
            <a:ext cx="266700" cy="266700"/>
          </a:xfrm>
          <a:prstGeom prst="rect">
            <a:avLst/>
          </a:prstGeom>
        </p:spPr>
      </p:pic>
      <p:sp>
        <p:nvSpPr>
          <p:cNvPr id="16" name="Text 13"/>
          <p:cNvSpPr/>
          <p:nvPr/>
        </p:nvSpPr>
        <p:spPr>
          <a:xfrm>
            <a:off x="4029075" y="3114675"/>
            <a:ext cx="1848296"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Spring Boot 4</a:t>
            </a:r>
            <a:endParaRPr lang="en-US" sz="2100" dirty="0">
              <a:latin typeface="맑은 고딕" panose="020B0503020000020004" pitchFamily="50" charset="-127"/>
            </a:endParaRPr>
          </a:p>
        </p:txBody>
      </p:sp>
      <p:sp>
        <p:nvSpPr>
          <p:cNvPr id="17" name="Shape 14"/>
          <p:cNvSpPr/>
          <p:nvPr/>
        </p:nvSpPr>
        <p:spPr>
          <a:xfrm>
            <a:off x="6052245" y="3019425"/>
            <a:ext cx="1653927" cy="514350"/>
          </a:xfrm>
          <a:prstGeom prst="roundRect">
            <a:avLst>
              <a:gd name="adj" fmla="val 50000"/>
            </a:avLst>
          </a:prstGeom>
          <a:solidFill>
            <a:srgbClr val="ECE9DD"/>
          </a:solidFill>
          <a:ln/>
        </p:spPr>
        <p:txBody>
          <a:bodyPr/>
          <a:lstStyle/>
          <a:p>
            <a:endParaRPr lang="ko-KR" altLang="en-US"/>
          </a:p>
        </p:txBody>
      </p:sp>
      <p:pic>
        <p:nvPicPr>
          <p:cNvPr id="18" name="Image 1" descr="preencoded.png"/>
          <p:cNvPicPr>
            <a:picLocks noChangeAspect="1"/>
          </p:cNvPicPr>
          <p:nvPr/>
        </p:nvPicPr>
        <p:blipFill>
          <a:blip r:embed="rId5"/>
          <a:stretch>
            <a:fillRect/>
          </a:stretch>
        </p:blipFill>
        <p:spPr>
          <a:xfrm>
            <a:off x="6204645" y="3143250"/>
            <a:ext cx="266700" cy="266700"/>
          </a:xfrm>
          <a:prstGeom prst="rect">
            <a:avLst/>
          </a:prstGeom>
        </p:spPr>
      </p:pic>
      <p:sp>
        <p:nvSpPr>
          <p:cNvPr id="19" name="Text 15"/>
          <p:cNvSpPr/>
          <p:nvPr/>
        </p:nvSpPr>
        <p:spPr>
          <a:xfrm>
            <a:off x="6576120" y="3114675"/>
            <a:ext cx="996702"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Java 21</a:t>
            </a:r>
            <a:endParaRPr lang="en-US" sz="2100" dirty="0">
              <a:latin typeface="맑은 고딕" panose="020B0503020000020004" pitchFamily="50" charset="-127"/>
            </a:endParaRPr>
          </a:p>
        </p:txBody>
      </p:sp>
      <p:sp>
        <p:nvSpPr>
          <p:cNvPr id="20" name="Shape 16"/>
          <p:cNvSpPr/>
          <p:nvPr/>
        </p:nvSpPr>
        <p:spPr>
          <a:xfrm>
            <a:off x="7839521" y="3019425"/>
            <a:ext cx="2712988" cy="514350"/>
          </a:xfrm>
          <a:prstGeom prst="roundRect">
            <a:avLst>
              <a:gd name="adj" fmla="val 50000"/>
            </a:avLst>
          </a:prstGeom>
          <a:solidFill>
            <a:srgbClr val="ECE9DD"/>
          </a:solidFill>
          <a:ln/>
        </p:spPr>
        <p:txBody>
          <a:bodyPr/>
          <a:lstStyle/>
          <a:p>
            <a:endParaRPr lang="ko-KR" altLang="en-US"/>
          </a:p>
        </p:txBody>
      </p:sp>
      <p:pic>
        <p:nvPicPr>
          <p:cNvPr id="21" name="Image 2" descr="preencoded.png"/>
          <p:cNvPicPr>
            <a:picLocks noChangeAspect="1"/>
          </p:cNvPicPr>
          <p:nvPr/>
        </p:nvPicPr>
        <p:blipFill>
          <a:blip r:embed="rId6"/>
          <a:stretch>
            <a:fillRect/>
          </a:stretch>
        </p:blipFill>
        <p:spPr>
          <a:xfrm>
            <a:off x="7991921" y="3143250"/>
            <a:ext cx="266700" cy="266700"/>
          </a:xfrm>
          <a:prstGeom prst="rect">
            <a:avLst/>
          </a:prstGeom>
        </p:spPr>
      </p:pic>
      <p:sp>
        <p:nvSpPr>
          <p:cNvPr id="22" name="Text 17"/>
          <p:cNvSpPr/>
          <p:nvPr/>
        </p:nvSpPr>
        <p:spPr>
          <a:xfrm>
            <a:off x="8363396" y="3114675"/>
            <a:ext cx="2177519"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Spring Data JPA</a:t>
            </a:r>
            <a:endParaRPr lang="en-US" sz="2100" dirty="0">
              <a:latin typeface="맑은 고딕" panose="020B0503020000020004" pitchFamily="50" charset="-127"/>
            </a:endParaRPr>
          </a:p>
        </p:txBody>
      </p:sp>
      <p:sp>
        <p:nvSpPr>
          <p:cNvPr id="23" name="Shape 18"/>
          <p:cNvSpPr/>
          <p:nvPr/>
        </p:nvSpPr>
        <p:spPr>
          <a:xfrm>
            <a:off x="10685859" y="3019425"/>
            <a:ext cx="2201614" cy="514350"/>
          </a:xfrm>
          <a:prstGeom prst="roundRect">
            <a:avLst>
              <a:gd name="adj" fmla="val 50000"/>
            </a:avLst>
          </a:prstGeom>
          <a:solidFill>
            <a:srgbClr val="ECE9DD"/>
          </a:solidFill>
          <a:ln/>
        </p:spPr>
        <p:txBody>
          <a:bodyPr/>
          <a:lstStyle/>
          <a:p>
            <a:endParaRPr lang="ko-KR" altLang="en-US"/>
          </a:p>
        </p:txBody>
      </p:sp>
      <p:pic>
        <p:nvPicPr>
          <p:cNvPr id="24" name="Image 3" descr="preencoded.png"/>
          <p:cNvPicPr>
            <a:picLocks noChangeAspect="1"/>
          </p:cNvPicPr>
          <p:nvPr/>
        </p:nvPicPr>
        <p:blipFill>
          <a:blip r:embed="rId7"/>
          <a:stretch>
            <a:fillRect/>
          </a:stretch>
        </p:blipFill>
        <p:spPr>
          <a:xfrm>
            <a:off x="10838259" y="3143250"/>
            <a:ext cx="266700" cy="266700"/>
          </a:xfrm>
          <a:prstGeom prst="rect">
            <a:avLst/>
          </a:prstGeom>
        </p:spPr>
      </p:pic>
      <p:sp>
        <p:nvSpPr>
          <p:cNvPr id="25" name="Text 19"/>
          <p:cNvSpPr/>
          <p:nvPr/>
        </p:nvSpPr>
        <p:spPr>
          <a:xfrm>
            <a:off x="11209734" y="3114675"/>
            <a:ext cx="1615008"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PostgreSQL</a:t>
            </a:r>
            <a:endParaRPr lang="en-US" sz="2100" dirty="0">
              <a:latin typeface="맑은 고딕" panose="020B0503020000020004" pitchFamily="50" charset="-127"/>
            </a:endParaRPr>
          </a:p>
        </p:txBody>
      </p:sp>
      <p:sp>
        <p:nvSpPr>
          <p:cNvPr id="26" name="Text 20"/>
          <p:cNvSpPr/>
          <p:nvPr/>
        </p:nvSpPr>
        <p:spPr>
          <a:xfrm>
            <a:off x="1342931" y="3810000"/>
            <a:ext cx="2216394" cy="38100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9A9486"/>
                </a:solidFill>
                <a:latin typeface="Microsoft YaHei" panose="020B0503020204020204" pitchFamily="34" charset="-122"/>
                <a:ea typeface="Microsoft YaHei" panose="020B0503020204020204" pitchFamily="34" charset="-122"/>
                <a:cs typeface="Space Mono" pitchFamily="34" charset="-120"/>
              </a:rPr>
              <a:t>FRONTEND</a:t>
            </a:r>
            <a:endParaRPr lang="en-US" sz="1800" b="1" dirty="0">
              <a:latin typeface="맑은 고딕" panose="020B0503020000020004" pitchFamily="50" charset="-127"/>
            </a:endParaRPr>
          </a:p>
        </p:txBody>
      </p:sp>
      <p:sp>
        <p:nvSpPr>
          <p:cNvPr id="27" name="Shape 21"/>
          <p:cNvSpPr/>
          <p:nvPr/>
        </p:nvSpPr>
        <p:spPr>
          <a:xfrm>
            <a:off x="3505200" y="3743325"/>
            <a:ext cx="1439317" cy="514350"/>
          </a:xfrm>
          <a:prstGeom prst="roundRect">
            <a:avLst>
              <a:gd name="adj" fmla="val 50000"/>
            </a:avLst>
          </a:prstGeom>
          <a:solidFill>
            <a:srgbClr val="ECE9DD"/>
          </a:solidFill>
          <a:ln/>
        </p:spPr>
        <p:txBody>
          <a:bodyPr/>
          <a:lstStyle/>
          <a:p>
            <a:endParaRPr lang="ko-KR" altLang="en-US"/>
          </a:p>
        </p:txBody>
      </p:sp>
      <p:sp>
        <p:nvSpPr>
          <p:cNvPr id="29" name="Text 22"/>
          <p:cNvSpPr/>
          <p:nvPr/>
        </p:nvSpPr>
        <p:spPr>
          <a:xfrm>
            <a:off x="4010471" y="3829050"/>
            <a:ext cx="857846" cy="361950"/>
          </a:xfrm>
          <a:prstGeom prst="rect">
            <a:avLst/>
          </a:prstGeom>
          <a:noFill/>
          <a:ln/>
        </p:spPr>
        <p:txBody>
          <a:bodyPr wrap="square" lIns="25400" tIns="25400" rIns="25400" bIns="25400" rtlCol="0" anchor="t">
            <a:noAutofit/>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Vue.js</a:t>
            </a:r>
            <a:endParaRPr lang="en-US" sz="2100" dirty="0">
              <a:latin typeface="맑은 고딕" panose="020B0503020000020004" pitchFamily="50" charset="-127"/>
            </a:endParaRPr>
          </a:p>
        </p:txBody>
      </p:sp>
      <p:sp>
        <p:nvSpPr>
          <p:cNvPr id="36" name="Text 27"/>
          <p:cNvSpPr/>
          <p:nvPr/>
        </p:nvSpPr>
        <p:spPr>
          <a:xfrm>
            <a:off x="1343025" y="4657033"/>
            <a:ext cx="2095500" cy="344283"/>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9A9486"/>
                </a:solidFill>
                <a:latin typeface="Microsoft YaHei" panose="020B0503020204020204" pitchFamily="34" charset="-122"/>
                <a:ea typeface="Microsoft YaHei" panose="020B0503020204020204" pitchFamily="34" charset="-122"/>
                <a:cs typeface="Space Mono" pitchFamily="34" charset="-120"/>
              </a:rPr>
              <a:t>INFRA · DATA</a:t>
            </a:r>
            <a:endParaRPr lang="en-US" sz="1800" b="1" dirty="0">
              <a:latin typeface="맑은 고딕" panose="020B0503020000020004" pitchFamily="50" charset="-127"/>
            </a:endParaRPr>
          </a:p>
        </p:txBody>
      </p:sp>
      <p:sp>
        <p:nvSpPr>
          <p:cNvPr id="37" name="Shape 28"/>
          <p:cNvSpPr/>
          <p:nvPr/>
        </p:nvSpPr>
        <p:spPr>
          <a:xfrm>
            <a:off x="3505200" y="4552950"/>
            <a:ext cx="1598712" cy="514350"/>
          </a:xfrm>
          <a:prstGeom prst="roundRect">
            <a:avLst>
              <a:gd name="adj" fmla="val 50000"/>
            </a:avLst>
          </a:prstGeom>
          <a:solidFill>
            <a:srgbClr val="ECE9DD"/>
          </a:solidFill>
          <a:ln/>
        </p:spPr>
        <p:txBody>
          <a:bodyPr/>
          <a:lstStyle/>
          <a:p>
            <a:endParaRPr lang="ko-KR" altLang="en-US"/>
          </a:p>
        </p:txBody>
      </p:sp>
      <p:pic>
        <p:nvPicPr>
          <p:cNvPr id="38" name="Image 7" descr="preencoded.png"/>
          <p:cNvPicPr>
            <a:picLocks noChangeAspect="1"/>
          </p:cNvPicPr>
          <p:nvPr/>
        </p:nvPicPr>
        <p:blipFill>
          <a:blip r:embed="rId8"/>
          <a:stretch>
            <a:fillRect/>
          </a:stretch>
        </p:blipFill>
        <p:spPr>
          <a:xfrm>
            <a:off x="3657600" y="4676775"/>
            <a:ext cx="266700" cy="266700"/>
          </a:xfrm>
          <a:prstGeom prst="rect">
            <a:avLst/>
          </a:prstGeom>
        </p:spPr>
      </p:pic>
      <p:sp>
        <p:nvSpPr>
          <p:cNvPr id="39" name="Text 29"/>
          <p:cNvSpPr/>
          <p:nvPr/>
        </p:nvSpPr>
        <p:spPr>
          <a:xfrm>
            <a:off x="4029075" y="4648200"/>
            <a:ext cx="941487"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Flyway</a:t>
            </a:r>
            <a:endParaRPr lang="en-US" sz="2100" dirty="0">
              <a:latin typeface="맑은 고딕" panose="020B0503020000020004" pitchFamily="50" charset="-127"/>
            </a:endParaRPr>
          </a:p>
        </p:txBody>
      </p:sp>
      <p:sp>
        <p:nvSpPr>
          <p:cNvPr id="40" name="Shape 30"/>
          <p:cNvSpPr/>
          <p:nvPr/>
        </p:nvSpPr>
        <p:spPr>
          <a:xfrm>
            <a:off x="5237262" y="4552950"/>
            <a:ext cx="1612702" cy="514350"/>
          </a:xfrm>
          <a:prstGeom prst="roundRect">
            <a:avLst>
              <a:gd name="adj" fmla="val 50000"/>
            </a:avLst>
          </a:prstGeom>
          <a:solidFill>
            <a:srgbClr val="ECE9DD"/>
          </a:solidFill>
          <a:ln/>
        </p:spPr>
        <p:txBody>
          <a:bodyPr/>
          <a:lstStyle/>
          <a:p>
            <a:endParaRPr lang="ko-KR" altLang="en-US"/>
          </a:p>
        </p:txBody>
      </p:sp>
      <p:pic>
        <p:nvPicPr>
          <p:cNvPr id="41" name="Image 8" descr="preencoded.png"/>
          <p:cNvPicPr>
            <a:picLocks noChangeAspect="1"/>
          </p:cNvPicPr>
          <p:nvPr/>
        </p:nvPicPr>
        <p:blipFill>
          <a:blip r:embed="rId9"/>
          <a:stretch>
            <a:fillRect/>
          </a:stretch>
        </p:blipFill>
        <p:spPr>
          <a:xfrm>
            <a:off x="5389662" y="4676775"/>
            <a:ext cx="266700" cy="266700"/>
          </a:xfrm>
          <a:prstGeom prst="rect">
            <a:avLst/>
          </a:prstGeom>
        </p:spPr>
      </p:pic>
      <p:sp>
        <p:nvSpPr>
          <p:cNvPr id="42" name="Text 31"/>
          <p:cNvSpPr/>
          <p:nvPr/>
        </p:nvSpPr>
        <p:spPr>
          <a:xfrm>
            <a:off x="5761137" y="4648200"/>
            <a:ext cx="955477"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Docker</a:t>
            </a:r>
            <a:endParaRPr lang="en-US" sz="2100" dirty="0">
              <a:latin typeface="맑은 고딕" panose="020B0503020000020004" pitchFamily="50" charset="-127"/>
            </a:endParaRPr>
          </a:p>
        </p:txBody>
      </p:sp>
      <p:sp>
        <p:nvSpPr>
          <p:cNvPr id="43" name="Shape 32"/>
          <p:cNvSpPr/>
          <p:nvPr/>
        </p:nvSpPr>
        <p:spPr>
          <a:xfrm>
            <a:off x="6983313" y="4552950"/>
            <a:ext cx="1096863" cy="514350"/>
          </a:xfrm>
          <a:prstGeom prst="roundRect">
            <a:avLst>
              <a:gd name="adj" fmla="val 50000"/>
            </a:avLst>
          </a:prstGeom>
          <a:solidFill>
            <a:srgbClr val="ECE9DD"/>
          </a:solidFill>
          <a:ln/>
        </p:spPr>
        <p:txBody>
          <a:bodyPr/>
          <a:lstStyle/>
          <a:p>
            <a:endParaRPr lang="ko-KR" altLang="en-US"/>
          </a:p>
        </p:txBody>
      </p:sp>
      <p:pic>
        <p:nvPicPr>
          <p:cNvPr id="44" name="Image 9" descr="preencoded.png"/>
          <p:cNvPicPr>
            <a:picLocks noChangeAspect="1"/>
          </p:cNvPicPr>
          <p:nvPr/>
        </p:nvPicPr>
        <p:blipFill>
          <a:blip r:embed="rId10"/>
          <a:stretch>
            <a:fillRect/>
          </a:stretch>
        </p:blipFill>
        <p:spPr>
          <a:xfrm>
            <a:off x="7135713" y="4676775"/>
            <a:ext cx="266700" cy="266700"/>
          </a:xfrm>
          <a:prstGeom prst="rect">
            <a:avLst/>
          </a:prstGeom>
        </p:spPr>
      </p:pic>
      <p:sp>
        <p:nvSpPr>
          <p:cNvPr id="45" name="Text 33"/>
          <p:cNvSpPr/>
          <p:nvPr/>
        </p:nvSpPr>
        <p:spPr>
          <a:xfrm>
            <a:off x="7507188" y="4648200"/>
            <a:ext cx="439638"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4A4A4A"/>
                </a:solidFill>
                <a:latin typeface="맑은 고딕" panose="020B0503020000020004" pitchFamily="50" charset="-127"/>
                <a:ea typeface="맑은 고딕" panose="020B0503020000020004" pitchFamily="50" charset="-127"/>
                <a:cs typeface="Pretendard" pitchFamily="34" charset="-120"/>
              </a:rPr>
              <a:t>Git</a:t>
            </a:r>
            <a:endParaRPr lang="en-US" sz="2100" dirty="0">
              <a:latin typeface="맑은 고딕" panose="020B0503020000020004" pitchFamily="50" charset="-127"/>
            </a:endParaRPr>
          </a:p>
        </p:txBody>
      </p:sp>
      <p:sp>
        <p:nvSpPr>
          <p:cNvPr id="46" name="Shape 34"/>
          <p:cNvSpPr/>
          <p:nvPr/>
        </p:nvSpPr>
        <p:spPr>
          <a:xfrm>
            <a:off x="1352550" y="5438775"/>
            <a:ext cx="13335000" cy="1619250"/>
          </a:xfrm>
          <a:prstGeom prst="roundRect">
            <a:avLst>
              <a:gd name="adj" fmla="val 12941"/>
            </a:avLst>
          </a:prstGeom>
          <a:solidFill>
            <a:srgbClr val="3E3C38"/>
          </a:solidFill>
          <a:ln/>
        </p:spPr>
        <p:txBody>
          <a:bodyPr/>
          <a:lstStyle/>
          <a:p>
            <a:endParaRPr lang="ko-KR" altLang="en-US"/>
          </a:p>
        </p:txBody>
      </p:sp>
      <p:pic>
        <p:nvPicPr>
          <p:cNvPr id="47" name="Image 10"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695450" y="5743575"/>
            <a:ext cx="304800" cy="304800"/>
          </a:xfrm>
          <a:prstGeom prst="rect">
            <a:avLst/>
          </a:prstGeom>
        </p:spPr>
      </p:pic>
      <p:sp>
        <p:nvSpPr>
          <p:cNvPr id="48" name="Text 35"/>
          <p:cNvSpPr/>
          <p:nvPr/>
        </p:nvSpPr>
        <p:spPr>
          <a:xfrm>
            <a:off x="2152650" y="5724525"/>
            <a:ext cx="1472580" cy="38100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9A968C"/>
                </a:solidFill>
                <a:latin typeface="Microsoft YaHei" panose="020B0503020204020204" pitchFamily="34" charset="-122"/>
                <a:ea typeface="Microsoft YaHei" panose="020B0503020204020204" pitchFamily="34" charset="-122"/>
                <a:cs typeface="Space Mono" pitchFamily="34" charset="-120"/>
              </a:rPr>
              <a:t>SECURITY</a:t>
            </a:r>
            <a:endParaRPr lang="en-US" sz="1800" dirty="0">
              <a:latin typeface="맑은 고딕" panose="020B0503020000020004" pitchFamily="50" charset="-127"/>
            </a:endParaRPr>
          </a:p>
        </p:txBody>
      </p:sp>
      <p:sp>
        <p:nvSpPr>
          <p:cNvPr id="49" name="Shape 36"/>
          <p:cNvSpPr/>
          <p:nvPr/>
        </p:nvSpPr>
        <p:spPr>
          <a:xfrm>
            <a:off x="1695450" y="6257925"/>
            <a:ext cx="1284833" cy="514350"/>
          </a:xfrm>
          <a:prstGeom prst="roundRect">
            <a:avLst>
              <a:gd name="adj" fmla="val 50000"/>
            </a:avLst>
          </a:prstGeom>
          <a:solidFill>
            <a:srgbClr val="55525B"/>
          </a:solidFill>
          <a:ln/>
        </p:spPr>
        <p:txBody>
          <a:bodyPr/>
          <a:lstStyle/>
          <a:p>
            <a:endParaRPr lang="ko-KR" altLang="en-US"/>
          </a:p>
        </p:txBody>
      </p:sp>
      <p:pic>
        <p:nvPicPr>
          <p:cNvPr id="50" name="Image 11" descr="preencoded.png"/>
          <p:cNvPicPr>
            <a:picLocks noChangeAspect="1"/>
          </p:cNvPicPr>
          <p:nvPr/>
        </p:nvPicPr>
        <p:blipFill>
          <a:blip r:embed="rId12"/>
          <a:stretch>
            <a:fillRect/>
          </a:stretch>
        </p:blipFill>
        <p:spPr>
          <a:xfrm>
            <a:off x="1847850" y="6391275"/>
            <a:ext cx="247650" cy="247650"/>
          </a:xfrm>
          <a:prstGeom prst="rect">
            <a:avLst/>
          </a:prstGeom>
        </p:spPr>
      </p:pic>
      <p:sp>
        <p:nvSpPr>
          <p:cNvPr id="51" name="Text 37"/>
          <p:cNvSpPr/>
          <p:nvPr/>
        </p:nvSpPr>
        <p:spPr>
          <a:xfrm>
            <a:off x="2200275" y="6353175"/>
            <a:ext cx="646658"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3F0E6"/>
                </a:solidFill>
                <a:latin typeface="맑은 고딕" panose="020B0503020000020004" pitchFamily="50" charset="-127"/>
                <a:ea typeface="맑은 고딕" panose="020B0503020000020004" pitchFamily="50" charset="-127"/>
                <a:cs typeface="Pretendard" pitchFamily="34" charset="-120"/>
              </a:rPr>
              <a:t>JWT</a:t>
            </a:r>
            <a:endParaRPr lang="en-US" sz="2100" dirty="0">
              <a:latin typeface="맑은 고딕" panose="020B0503020000020004" pitchFamily="50" charset="-127"/>
            </a:endParaRPr>
          </a:p>
        </p:txBody>
      </p:sp>
      <p:sp>
        <p:nvSpPr>
          <p:cNvPr id="52" name="Shape 38"/>
          <p:cNvSpPr/>
          <p:nvPr/>
        </p:nvSpPr>
        <p:spPr>
          <a:xfrm>
            <a:off x="3113633" y="6257925"/>
            <a:ext cx="1659285" cy="514350"/>
          </a:xfrm>
          <a:prstGeom prst="roundRect">
            <a:avLst>
              <a:gd name="adj" fmla="val 50000"/>
            </a:avLst>
          </a:prstGeom>
          <a:solidFill>
            <a:srgbClr val="55525B"/>
          </a:solidFill>
          <a:ln/>
        </p:spPr>
        <p:txBody>
          <a:bodyPr/>
          <a:lstStyle/>
          <a:p>
            <a:endParaRPr lang="ko-KR" altLang="en-US"/>
          </a:p>
        </p:txBody>
      </p:sp>
      <p:pic>
        <p:nvPicPr>
          <p:cNvPr id="53" name="Image 12" descr="preencoded.png"/>
          <p:cNvPicPr>
            <a:picLocks noChangeAspect="1"/>
          </p:cNvPicPr>
          <p:nvPr/>
        </p:nvPicPr>
        <p:blipFill>
          <a:blip r:embed="rId13"/>
          <a:stretch>
            <a:fillRect/>
          </a:stretch>
        </p:blipFill>
        <p:spPr>
          <a:xfrm>
            <a:off x="3266033" y="6391275"/>
            <a:ext cx="247650" cy="247650"/>
          </a:xfrm>
          <a:prstGeom prst="rect">
            <a:avLst/>
          </a:prstGeom>
        </p:spPr>
      </p:pic>
      <p:sp>
        <p:nvSpPr>
          <p:cNvPr id="54" name="Text 39"/>
          <p:cNvSpPr/>
          <p:nvPr/>
        </p:nvSpPr>
        <p:spPr>
          <a:xfrm>
            <a:off x="3618458" y="6353175"/>
            <a:ext cx="1021110" cy="36195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F3F0E6"/>
                </a:solidFill>
                <a:latin typeface="맑은 고딕" panose="020B0503020000020004" pitchFamily="50" charset="-127"/>
                <a:ea typeface="맑은 고딕" panose="020B0503020000020004" pitchFamily="50" charset="-127"/>
                <a:cs typeface="Pretendard" pitchFamily="34" charset="-120"/>
              </a:rPr>
              <a:t>OAuth2</a:t>
            </a:r>
            <a:endParaRPr lang="en-US" sz="2100" dirty="0">
              <a:latin typeface="맑은 고딕" panose="020B0503020000020004" pitchFamily="50" charset="-127"/>
            </a:endParaRPr>
          </a:p>
        </p:txBody>
      </p:sp>
      <p:sp>
        <p:nvSpPr>
          <p:cNvPr id="55" name="Shape 40"/>
          <p:cNvSpPr/>
          <p:nvPr/>
        </p:nvSpPr>
        <p:spPr>
          <a:xfrm>
            <a:off x="4906268" y="6257925"/>
            <a:ext cx="1777901" cy="514350"/>
          </a:xfrm>
          <a:prstGeom prst="roundRect">
            <a:avLst>
              <a:gd name="adj" fmla="val 50000"/>
            </a:avLst>
          </a:prstGeom>
          <a:solidFill>
            <a:srgbClr val="55525B"/>
          </a:solidFill>
          <a:ln/>
        </p:spPr>
        <p:txBody>
          <a:bodyPr/>
          <a:lstStyle/>
          <a:p>
            <a:endParaRPr lang="ko-KR" altLang="en-US"/>
          </a:p>
        </p:txBody>
      </p:sp>
      <p:pic>
        <p:nvPicPr>
          <p:cNvPr id="56" name="Image 13" descr="preencoded.png"/>
          <p:cNvPicPr>
            <a:picLocks noChangeAspect="1"/>
          </p:cNvPicPr>
          <p:nvPr/>
        </p:nvPicPr>
        <p:blipFill>
          <a:blip r:embed="rId14"/>
          <a:stretch>
            <a:fillRect/>
          </a:stretch>
        </p:blipFill>
        <p:spPr>
          <a:xfrm>
            <a:off x="5058668" y="6391275"/>
            <a:ext cx="247650" cy="247650"/>
          </a:xfrm>
          <a:prstGeom prst="rect">
            <a:avLst/>
          </a:prstGeom>
        </p:spPr>
      </p:pic>
      <p:sp>
        <p:nvSpPr>
          <p:cNvPr id="57" name="Text 41"/>
          <p:cNvSpPr/>
          <p:nvPr/>
        </p:nvSpPr>
        <p:spPr>
          <a:xfrm>
            <a:off x="5411093" y="6353175"/>
            <a:ext cx="1139726" cy="36195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F3F0E6"/>
                </a:solidFill>
                <a:latin typeface="맑은 고딕" panose="020B0503020000020004" pitchFamily="50" charset="-127"/>
                <a:ea typeface="맑은 고딕" panose="020B0503020000020004" pitchFamily="50" charset="-127"/>
                <a:cs typeface="Pretendard" pitchFamily="34" charset="-120"/>
              </a:rPr>
              <a:t>권한 AOP</a:t>
            </a:r>
            <a:endParaRPr lang="en-US" sz="2100" dirty="0">
              <a:latin typeface="맑은 고딕" panose="020B0503020000020004" pitchFamily="50" charset="-127"/>
            </a:endParaRPr>
          </a:p>
        </p:txBody>
      </p:sp>
      <p:sp>
        <p:nvSpPr>
          <p:cNvPr id="58" name="Shape 42"/>
          <p:cNvSpPr/>
          <p:nvPr/>
        </p:nvSpPr>
        <p:spPr>
          <a:xfrm>
            <a:off x="6817519" y="6257925"/>
            <a:ext cx="3404890" cy="514350"/>
          </a:xfrm>
          <a:prstGeom prst="roundRect">
            <a:avLst>
              <a:gd name="adj" fmla="val 50000"/>
            </a:avLst>
          </a:prstGeom>
          <a:solidFill>
            <a:srgbClr val="8AA6C0"/>
          </a:solidFill>
          <a:ln/>
        </p:spPr>
        <p:txBody>
          <a:bodyPr/>
          <a:lstStyle/>
          <a:p>
            <a:endParaRPr lang="ko-KR" altLang="en-US"/>
          </a:p>
        </p:txBody>
      </p:sp>
      <p:pic>
        <p:nvPicPr>
          <p:cNvPr id="59" name="Image 14" descr="preencoded.png"/>
          <p:cNvPicPr>
            <a:picLocks noChangeAspect="1"/>
          </p:cNvPicPr>
          <p:nvPr/>
        </p:nvPicPr>
        <p:blipFill>
          <a:blip r:embed="rId15"/>
          <a:stretch>
            <a:fillRect/>
          </a:stretch>
        </p:blipFill>
        <p:spPr>
          <a:xfrm>
            <a:off x="6969919" y="6391275"/>
            <a:ext cx="247650" cy="247650"/>
          </a:xfrm>
          <a:prstGeom prst="rect">
            <a:avLst/>
          </a:prstGeom>
        </p:spPr>
      </p:pic>
      <p:sp>
        <p:nvSpPr>
          <p:cNvPr id="60" name="Text 43"/>
          <p:cNvSpPr/>
          <p:nvPr/>
        </p:nvSpPr>
        <p:spPr>
          <a:xfrm>
            <a:off x="7322344" y="6353175"/>
            <a:ext cx="2789143"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BF8EF"/>
                </a:solidFill>
                <a:latin typeface="맑은 고딕" panose="020B0503020000020004" pitchFamily="50" charset="-127"/>
                <a:ea typeface="맑은 고딕" panose="020B0503020000020004" pitchFamily="50" charset="-127"/>
                <a:cs typeface="Pretendard" pitchFamily="34" charset="-120"/>
              </a:rPr>
              <a:t>AES-GCM 계좌 암호화</a:t>
            </a:r>
            <a:endParaRPr lang="en-US" sz="2100" dirty="0">
              <a:latin typeface="맑은 고딕" panose="020B0503020000020004" pitchFamily="50" charset="-127"/>
            </a:endParaRPr>
          </a:p>
        </p:txBody>
      </p:sp>
      <p:sp>
        <p:nvSpPr>
          <p:cNvPr id="61" name="Text 4">
            <a:extLst>
              <a:ext uri="{FF2B5EF4-FFF2-40B4-BE49-F238E27FC236}">
                <a16:creationId xmlns:a16="http://schemas.microsoft.com/office/drawing/2014/main" id="{770E91C3-B349-4365-8BC1-254C9001243B}"/>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62" name="Text 5">
            <a:extLst>
              <a:ext uri="{FF2B5EF4-FFF2-40B4-BE49-F238E27FC236}">
                <a16:creationId xmlns:a16="http://schemas.microsoft.com/office/drawing/2014/main" id="{191C8E28-D64A-44C4-B11F-BCEF814CE433}"/>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pic>
        <p:nvPicPr>
          <p:cNvPr id="65" name="그래픽 64">
            <a:extLst>
              <a:ext uri="{FF2B5EF4-FFF2-40B4-BE49-F238E27FC236}">
                <a16:creationId xmlns:a16="http://schemas.microsoft.com/office/drawing/2014/main" id="{FDF6D745-C766-45B8-B997-223F9619DF8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642594" y="3879543"/>
            <a:ext cx="311457" cy="31145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11" name="Shape 9"/>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13" name="Text 11"/>
          <p:cNvSpPr/>
          <p:nvPr/>
        </p:nvSpPr>
        <p:spPr>
          <a:xfrm>
            <a:off x="1352550" y="1276350"/>
            <a:ext cx="5055230" cy="428625"/>
          </a:xfrm>
          <a:prstGeom prst="rect">
            <a:avLst/>
          </a:prstGeom>
          <a:noFill/>
          <a:ln/>
        </p:spPr>
        <p:txBody>
          <a:bodyPr wrap="square" lIns="25400" tIns="25400" rIns="25400" bIns="25400" rtlCol="0" anchor="t">
            <a:normAutofit lnSpcReduction="10000"/>
          </a:bodyPr>
          <a:lstStyle/>
          <a:p>
            <a:pPr marL="0" indent="0" algn="l">
              <a:buNone/>
            </a:pPr>
            <a:r>
              <a:rPr lang="en-US" sz="2550" i="1" kern="0" spc="408" dirty="0">
                <a:solidFill>
                  <a:srgbClr val="8AA6C0"/>
                </a:solidFill>
                <a:latin typeface="맑은 고딕" panose="020B0503020000020004" pitchFamily="50" charset="-127"/>
                <a:ea typeface="맑은 고딕" panose="020B0503020000020004" pitchFamily="50" charset="-127"/>
                <a:cs typeface="Cormorant Garamond" pitchFamily="34" charset="-120"/>
              </a:rPr>
              <a:t>Retrospective</a:t>
            </a:r>
            <a:endParaRPr lang="en-US" sz="2550" dirty="0">
              <a:latin typeface="맑은 고딕" panose="020B0503020000020004" pitchFamily="50" charset="-127"/>
            </a:endParaRPr>
          </a:p>
        </p:txBody>
      </p:sp>
      <p:sp>
        <p:nvSpPr>
          <p:cNvPr id="14" name="Text 12"/>
          <p:cNvSpPr/>
          <p:nvPr/>
        </p:nvSpPr>
        <p:spPr>
          <a:xfrm>
            <a:off x="1352550" y="1762125"/>
            <a:ext cx="5055230" cy="895350"/>
          </a:xfrm>
          <a:prstGeom prst="rect">
            <a:avLst/>
          </a:prstGeom>
          <a:noFill/>
          <a:ln/>
        </p:spPr>
        <p:txBody>
          <a:bodyPr wrap="square" lIns="25400" tIns="25400" rIns="25400" bIns="25400" rtlCol="0" anchor="t">
            <a:normAutofit fontScale="85000" lnSpcReduction="10000"/>
          </a:bodyPr>
          <a:lstStyle/>
          <a:p>
            <a:pPr marL="0" indent="0" algn="l">
              <a:buNone/>
            </a:pPr>
            <a:r>
              <a:rPr lang="en-US" sz="5400" b="1" dirty="0">
                <a:solidFill>
                  <a:srgbClr val="4A4A4A"/>
                </a:solidFill>
                <a:latin typeface="맑은 고딕" panose="020B0503020000020004" pitchFamily="50" charset="-127"/>
                <a:ea typeface="맑은 고딕" panose="020B0503020000020004" pitchFamily="50" charset="-127"/>
                <a:cs typeface="Black Han Sans" pitchFamily="34" charset="-120"/>
              </a:rPr>
              <a:t>회고 &amp; 향후 계획</a:t>
            </a:r>
            <a:endParaRPr lang="en-US" sz="5400" b="1" dirty="0">
              <a:latin typeface="맑은 고딕" panose="020B0503020000020004" pitchFamily="50" charset="-127"/>
            </a:endParaRPr>
          </a:p>
        </p:txBody>
      </p:sp>
      <p:sp>
        <p:nvSpPr>
          <p:cNvPr id="15" name="Text 13"/>
          <p:cNvSpPr/>
          <p:nvPr/>
        </p:nvSpPr>
        <p:spPr>
          <a:xfrm>
            <a:off x="13629531" y="1276350"/>
            <a:ext cx="1134219" cy="400050"/>
          </a:xfrm>
          <a:prstGeom prst="rect">
            <a:avLst/>
          </a:prstGeom>
          <a:noFill/>
          <a:ln/>
        </p:spPr>
        <p:txBody>
          <a:bodyPr wrap="square" lIns="25400" tIns="25400" rIns="25400" bIns="25400" rtlCol="0" anchor="t">
            <a:normAutofit/>
          </a:bodyPr>
          <a:lstStyle/>
          <a:p>
            <a:pPr marL="0" indent="0" algn="l">
              <a:buNone/>
            </a:pPr>
            <a:r>
              <a:rPr lang="en-US" sz="1950" b="1" kern="0" spc="195" dirty="0">
                <a:solidFill>
                  <a:srgbClr val="A9A395"/>
                </a:solidFill>
                <a:latin typeface="Microsoft YaHei" panose="020B0503020204020204" pitchFamily="34" charset="-122"/>
                <a:ea typeface="Microsoft YaHei" panose="020B0503020204020204" pitchFamily="34" charset="-122"/>
                <a:cs typeface="Space Mono" pitchFamily="34" charset="-120"/>
              </a:rPr>
              <a:t>No. 16</a:t>
            </a:r>
            <a:endParaRPr lang="en-US" sz="1950" b="1" dirty="0">
              <a:latin typeface="맑은 고딕" panose="020B0503020000020004" pitchFamily="50" charset="-127"/>
            </a:endParaRPr>
          </a:p>
        </p:txBody>
      </p:sp>
      <p:sp>
        <p:nvSpPr>
          <p:cNvPr id="16" name="Text 14"/>
          <p:cNvSpPr/>
          <p:nvPr/>
        </p:nvSpPr>
        <p:spPr>
          <a:xfrm>
            <a:off x="1352550" y="3000375"/>
            <a:ext cx="7156133" cy="38100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9A9486"/>
                </a:solidFill>
                <a:latin typeface="Microsoft YaHei" panose="020B0503020204020204" pitchFamily="34" charset="-122"/>
                <a:ea typeface="Microsoft YaHei" panose="020B0503020204020204" pitchFamily="34" charset="-122"/>
                <a:cs typeface="Space Mono" pitchFamily="34" charset="-120"/>
              </a:rPr>
              <a:t>TEAM · 둘 다 풀스택</a:t>
            </a:r>
            <a:endParaRPr lang="en-US" sz="1800" dirty="0">
              <a:latin typeface="맑은 고딕" panose="020B0503020000020004" pitchFamily="50" charset="-127"/>
            </a:endParaRPr>
          </a:p>
        </p:txBody>
      </p:sp>
      <p:sp>
        <p:nvSpPr>
          <p:cNvPr id="17" name="Text 15"/>
          <p:cNvSpPr/>
          <p:nvPr/>
        </p:nvSpPr>
        <p:spPr>
          <a:xfrm>
            <a:off x="1352550" y="3438525"/>
            <a:ext cx="7156133"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백엔드·프론트로 나누지 않고 </a:t>
            </a:r>
            <a:r>
              <a:rPr lang="en-US" sz="1800" b="1" dirty="0">
                <a:solidFill>
                  <a:srgbClr val="4A4A4A"/>
                </a:solidFill>
                <a:latin typeface="맑은 고딕" panose="020B0503020000020004" pitchFamily="50" charset="-127"/>
                <a:ea typeface="맑은 고딕" panose="020B0503020000020004" pitchFamily="50" charset="-127"/>
                <a:cs typeface="Pretendard" pitchFamily="34" charset="-120"/>
              </a:rPr>
              <a:t>도메인 단위로 </a:t>
            </a:r>
            <a:r>
              <a:rPr lang="en-US" sz="1800" b="1" dirty="0" err="1">
                <a:solidFill>
                  <a:srgbClr val="4A4A4A"/>
                </a:solidFill>
                <a:latin typeface="맑은 고딕" panose="020B0503020000020004" pitchFamily="50" charset="-127"/>
                <a:ea typeface="맑은 고딕" panose="020B0503020000020004" pitchFamily="50" charset="-127"/>
                <a:cs typeface="Pretendard" pitchFamily="34" charset="-120"/>
              </a:rPr>
              <a:t>분담</a:t>
            </a:r>
            <a:r>
              <a:rPr lang="en-US" sz="1800" dirty="0" err="1">
                <a:solidFill>
                  <a:srgbClr val="8C887C"/>
                </a:solidFill>
                <a:latin typeface="맑은 고딕" panose="020B0503020000020004" pitchFamily="50" charset="-127"/>
                <a:ea typeface="맑은 고딕" panose="020B0503020000020004" pitchFamily="50" charset="-127"/>
                <a:cs typeface="Pretendard" pitchFamily="34" charset="-120"/>
              </a:rPr>
              <a:t>해</a:t>
            </a: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 </a:t>
            </a:r>
            <a:r>
              <a:rPr lang="en-US" sz="1800" dirty="0" err="1">
                <a:solidFill>
                  <a:srgbClr val="8C887C"/>
                </a:solidFill>
                <a:latin typeface="맑은 고딕" panose="020B0503020000020004" pitchFamily="50" charset="-127"/>
                <a:ea typeface="맑은 고딕" panose="020B0503020000020004" pitchFamily="50" charset="-127"/>
                <a:cs typeface="Pretendard" pitchFamily="34" charset="-120"/>
              </a:rPr>
              <a:t>충돌을</a:t>
            </a:r>
            <a:r>
              <a:rPr lang="en-US" sz="1800" dirty="0">
                <a:solidFill>
                  <a:srgbClr val="8C887C"/>
                </a:solidFill>
                <a:latin typeface="맑은 고딕" panose="020B0503020000020004" pitchFamily="50" charset="-127"/>
                <a:ea typeface="맑은 고딕" panose="020B0503020000020004" pitchFamily="50" charset="-127"/>
                <a:cs typeface="Pretendard" pitchFamily="34" charset="-120"/>
              </a:rPr>
              <a:t> 줄</a:t>
            </a:r>
            <a:r>
              <a:rPr lang="ko-KR" altLang="en-US" sz="1800" dirty="0">
                <a:solidFill>
                  <a:srgbClr val="8C887C"/>
                </a:solidFill>
                <a:latin typeface="맑은 고딕" panose="020B0503020000020004" pitchFamily="50" charset="-127"/>
                <a:ea typeface="맑은 고딕" panose="020B0503020000020004" pitchFamily="50" charset="-127"/>
                <a:cs typeface="Pretendard" pitchFamily="34" charset="-120"/>
              </a:rPr>
              <a:t>임</a:t>
            </a:r>
            <a:endParaRPr lang="en-US" sz="1800" dirty="0">
              <a:latin typeface="맑은 고딕" panose="020B0503020000020004" pitchFamily="50" charset="-127"/>
            </a:endParaRPr>
          </a:p>
        </p:txBody>
      </p:sp>
      <p:sp>
        <p:nvSpPr>
          <p:cNvPr id="18" name="Shape 16"/>
          <p:cNvSpPr/>
          <p:nvPr/>
        </p:nvSpPr>
        <p:spPr>
          <a:xfrm>
            <a:off x="1352550" y="3929955"/>
            <a:ext cx="6505575" cy="1085850"/>
          </a:xfrm>
          <a:prstGeom prst="roundRect">
            <a:avLst>
              <a:gd name="adj" fmla="val 15789"/>
            </a:avLst>
          </a:prstGeom>
          <a:solidFill>
            <a:srgbClr val="ECE9DD"/>
          </a:solidFill>
          <a:ln/>
        </p:spPr>
        <p:txBody>
          <a:bodyPr/>
          <a:lstStyle/>
          <a:p>
            <a:endParaRPr lang="ko-KR" altLang="en-US"/>
          </a:p>
        </p:txBody>
      </p:sp>
      <p:sp>
        <p:nvSpPr>
          <p:cNvPr id="19" name="Shape 17"/>
          <p:cNvSpPr/>
          <p:nvPr/>
        </p:nvSpPr>
        <p:spPr>
          <a:xfrm>
            <a:off x="1600200" y="4187130"/>
            <a:ext cx="571500" cy="571500"/>
          </a:xfrm>
          <a:prstGeom prst="ellipse">
            <a:avLst/>
          </a:prstGeom>
          <a:solidFill>
            <a:srgbClr val="8AA6C0"/>
          </a:solidFill>
          <a:ln/>
        </p:spPr>
        <p:txBody>
          <a:bodyPr/>
          <a:lstStyle/>
          <a:p>
            <a:endParaRPr lang="ko-KR" altLang="en-US"/>
          </a:p>
        </p:txBody>
      </p:sp>
      <p:sp>
        <p:nvSpPr>
          <p:cNvPr id="20" name="Text 18"/>
          <p:cNvSpPr/>
          <p:nvPr/>
        </p:nvSpPr>
        <p:spPr>
          <a:xfrm>
            <a:off x="1562100" y="4187130"/>
            <a:ext cx="647700" cy="609600"/>
          </a:xfrm>
          <a:prstGeom prst="rect">
            <a:avLst/>
          </a:prstGeom>
          <a:noFill/>
          <a:ln/>
        </p:spPr>
        <p:txBody>
          <a:bodyPr wrap="square" lIns="25400" tIns="25400" rIns="25400" bIns="25400" rtlCol="0" anchor="ctr">
            <a:normAutofit/>
          </a:bodyPr>
          <a:lstStyle/>
          <a:p>
            <a:pPr marL="0" indent="0" algn="ctr">
              <a:buNone/>
            </a:pPr>
            <a:r>
              <a:rPr lang="ko-KR" altLang="en-US" sz="2025" b="1" dirty="0">
                <a:solidFill>
                  <a:srgbClr val="FBF8EF"/>
                </a:solidFill>
                <a:latin typeface="맑은 고딕" panose="020B0503020000020004" pitchFamily="50" charset="-127"/>
                <a:ea typeface="맑은 고딕" panose="020B0503020000020004" pitchFamily="50" charset="-127"/>
                <a:cs typeface="Pretendard" pitchFamily="34" charset="-120"/>
              </a:rPr>
              <a:t>김</a:t>
            </a:r>
            <a:endParaRPr lang="en-US" sz="2025" dirty="0">
              <a:latin typeface="맑은 고딕" panose="020B0503020000020004" pitchFamily="50" charset="-127"/>
            </a:endParaRPr>
          </a:p>
        </p:txBody>
      </p:sp>
      <p:sp>
        <p:nvSpPr>
          <p:cNvPr id="21" name="Text 19"/>
          <p:cNvSpPr/>
          <p:nvPr/>
        </p:nvSpPr>
        <p:spPr>
          <a:xfrm>
            <a:off x="2362200" y="4139505"/>
            <a:ext cx="2594818"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김민준 · Full-stack</a:t>
            </a:r>
            <a:endParaRPr lang="en-US" sz="2250" dirty="0">
              <a:latin typeface="맑은 고딕" panose="020B0503020000020004" pitchFamily="50" charset="-127"/>
            </a:endParaRPr>
          </a:p>
        </p:txBody>
      </p:sp>
      <p:sp>
        <p:nvSpPr>
          <p:cNvPr id="22" name="Text 20"/>
          <p:cNvSpPr/>
          <p:nvPr/>
        </p:nvSpPr>
        <p:spPr>
          <a:xfrm>
            <a:off x="2362200" y="4520505"/>
            <a:ext cx="2594818" cy="323850"/>
          </a:xfrm>
          <a:prstGeom prst="rect">
            <a:avLst/>
          </a:prstGeom>
          <a:noFill/>
          <a:ln/>
        </p:spPr>
        <p:txBody>
          <a:bodyPr wrap="square" lIns="25400" tIns="25400" rIns="25400" bIns="25400" rtlCol="0" anchor="t">
            <a:normAutofit/>
          </a:bodyPr>
          <a:lstStyle/>
          <a:p>
            <a:pPr marL="0" indent="0" algn="l">
              <a:buNone/>
            </a:pPr>
            <a:r>
              <a:rPr lang="en-US" sz="1700" dirty="0" err="1">
                <a:solidFill>
                  <a:srgbClr val="6E6A60"/>
                </a:solidFill>
                <a:latin typeface="맑은 고딕" panose="020B0503020000020004" pitchFamily="50" charset="-127"/>
                <a:ea typeface="맑은 고딕" panose="020B0503020000020004" pitchFamily="50" charset="-127"/>
                <a:cs typeface="Pretendard" pitchFamily="34" charset="-120"/>
              </a:rPr>
              <a:t>그룹</a:t>
            </a:r>
            <a:r>
              <a:rPr lang="en-US" sz="1700" dirty="0">
                <a:solidFill>
                  <a:srgbClr val="6E6A60"/>
                </a:solidFill>
                <a:latin typeface="맑은 고딕" panose="020B0503020000020004" pitchFamily="50" charset="-127"/>
                <a:ea typeface="맑은 고딕" panose="020B0503020000020004" pitchFamily="50" charset="-127"/>
                <a:cs typeface="Pretendard" pitchFamily="34" charset="-120"/>
              </a:rPr>
              <a:t> · </a:t>
            </a:r>
            <a:r>
              <a:rPr lang="en-US" sz="1700" dirty="0" err="1">
                <a:solidFill>
                  <a:srgbClr val="6E6A60"/>
                </a:solidFill>
                <a:latin typeface="맑은 고딕" panose="020B0503020000020004" pitchFamily="50" charset="-127"/>
                <a:ea typeface="맑은 고딕" panose="020B0503020000020004" pitchFamily="50" charset="-127"/>
                <a:cs typeface="Pretendard" pitchFamily="34" charset="-120"/>
              </a:rPr>
              <a:t>일정</a:t>
            </a:r>
            <a:r>
              <a:rPr lang="en-US" sz="1700" dirty="0">
                <a:solidFill>
                  <a:srgbClr val="6E6A60"/>
                </a:solidFill>
                <a:latin typeface="맑은 고딕" panose="020B0503020000020004" pitchFamily="50" charset="-127"/>
                <a:ea typeface="맑은 고딕" panose="020B0503020000020004" pitchFamily="50" charset="-127"/>
                <a:cs typeface="Pretendard" pitchFamily="34" charset="-120"/>
              </a:rPr>
              <a:t> · </a:t>
            </a:r>
            <a:r>
              <a:rPr lang="ko-KR" altLang="en-US" sz="1700" dirty="0">
                <a:solidFill>
                  <a:srgbClr val="6E6A60"/>
                </a:solidFill>
                <a:latin typeface="맑은 고딕" panose="020B0503020000020004" pitchFamily="50" charset="-127"/>
                <a:ea typeface="맑은 고딕" panose="020B0503020000020004" pitchFamily="50" charset="-127"/>
                <a:cs typeface="Pretendard" pitchFamily="34" charset="-120"/>
              </a:rPr>
              <a:t>실시간</a:t>
            </a:r>
            <a:endParaRPr lang="en-US" sz="1700" dirty="0">
              <a:latin typeface="맑은 고딕" panose="020B0503020000020004" pitchFamily="50" charset="-127"/>
            </a:endParaRPr>
          </a:p>
        </p:txBody>
      </p:sp>
      <p:sp>
        <p:nvSpPr>
          <p:cNvPr id="23" name="Shape 21"/>
          <p:cNvSpPr/>
          <p:nvPr/>
        </p:nvSpPr>
        <p:spPr>
          <a:xfrm>
            <a:off x="1352550" y="5168205"/>
            <a:ext cx="6505575" cy="1085850"/>
          </a:xfrm>
          <a:prstGeom prst="roundRect">
            <a:avLst>
              <a:gd name="adj" fmla="val 15789"/>
            </a:avLst>
          </a:prstGeom>
          <a:solidFill>
            <a:srgbClr val="ECE9DD"/>
          </a:solidFill>
          <a:ln/>
        </p:spPr>
        <p:txBody>
          <a:bodyPr/>
          <a:lstStyle/>
          <a:p>
            <a:endParaRPr lang="ko-KR" altLang="en-US"/>
          </a:p>
        </p:txBody>
      </p:sp>
      <p:sp>
        <p:nvSpPr>
          <p:cNvPr id="24" name="Shape 22"/>
          <p:cNvSpPr/>
          <p:nvPr/>
        </p:nvSpPr>
        <p:spPr>
          <a:xfrm>
            <a:off x="1600200" y="5425380"/>
            <a:ext cx="571500" cy="571500"/>
          </a:xfrm>
          <a:prstGeom prst="ellipse">
            <a:avLst/>
          </a:prstGeom>
          <a:solidFill>
            <a:srgbClr val="9CB0C4"/>
          </a:solidFill>
          <a:ln/>
        </p:spPr>
        <p:txBody>
          <a:bodyPr/>
          <a:lstStyle/>
          <a:p>
            <a:endParaRPr lang="ko-KR" altLang="en-US"/>
          </a:p>
        </p:txBody>
      </p:sp>
      <p:sp>
        <p:nvSpPr>
          <p:cNvPr id="25" name="Text 23"/>
          <p:cNvSpPr/>
          <p:nvPr/>
        </p:nvSpPr>
        <p:spPr>
          <a:xfrm>
            <a:off x="1562100" y="5425380"/>
            <a:ext cx="647700" cy="609600"/>
          </a:xfrm>
          <a:prstGeom prst="rect">
            <a:avLst/>
          </a:prstGeom>
          <a:noFill/>
          <a:ln/>
        </p:spPr>
        <p:txBody>
          <a:bodyPr wrap="square" lIns="25400" tIns="25400" rIns="25400" bIns="25400" rtlCol="0" anchor="ctr">
            <a:normAutofit/>
          </a:bodyPr>
          <a:lstStyle/>
          <a:p>
            <a:pPr marL="0" indent="0" algn="ctr">
              <a:buNone/>
            </a:pPr>
            <a:r>
              <a:rPr lang="ko-KR" altLang="en-US" sz="2025" b="1" dirty="0">
                <a:solidFill>
                  <a:srgbClr val="FBF8EF"/>
                </a:solidFill>
                <a:latin typeface="맑은 고딕" panose="020B0503020000020004" pitchFamily="50" charset="-127"/>
                <a:ea typeface="맑은 고딕" panose="020B0503020000020004" pitchFamily="50" charset="-127"/>
                <a:cs typeface="Pretendard" pitchFamily="34" charset="-120"/>
              </a:rPr>
              <a:t>정</a:t>
            </a:r>
            <a:endParaRPr lang="en-US" sz="2025" dirty="0">
              <a:latin typeface="맑은 고딕" panose="020B0503020000020004" pitchFamily="50" charset="-127"/>
            </a:endParaRPr>
          </a:p>
        </p:txBody>
      </p:sp>
      <p:sp>
        <p:nvSpPr>
          <p:cNvPr id="26" name="Text 24"/>
          <p:cNvSpPr/>
          <p:nvPr/>
        </p:nvSpPr>
        <p:spPr>
          <a:xfrm>
            <a:off x="2362200" y="5377755"/>
            <a:ext cx="2518693"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4A4A4A"/>
                </a:solidFill>
                <a:latin typeface="맑은 고딕" panose="020B0503020000020004" pitchFamily="50" charset="-127"/>
                <a:ea typeface="맑은 고딕" panose="020B0503020000020004" pitchFamily="50" charset="-127"/>
                <a:cs typeface="Pretendard" pitchFamily="34" charset="-120"/>
              </a:rPr>
              <a:t>정희성 · Full-stack</a:t>
            </a:r>
            <a:endParaRPr lang="en-US" sz="2250" dirty="0">
              <a:latin typeface="맑은 고딕" panose="020B0503020000020004" pitchFamily="50" charset="-127"/>
            </a:endParaRPr>
          </a:p>
        </p:txBody>
      </p:sp>
      <p:sp>
        <p:nvSpPr>
          <p:cNvPr id="27" name="Text 25"/>
          <p:cNvSpPr/>
          <p:nvPr/>
        </p:nvSpPr>
        <p:spPr>
          <a:xfrm>
            <a:off x="2362200" y="5758755"/>
            <a:ext cx="2886968" cy="323850"/>
          </a:xfrm>
          <a:prstGeom prst="rect">
            <a:avLst/>
          </a:prstGeom>
          <a:noFill/>
          <a:ln/>
        </p:spPr>
        <p:txBody>
          <a:bodyPr wrap="square" lIns="25400" tIns="25400" rIns="25400" bIns="25400" rtlCol="0" anchor="t">
            <a:noAutofit/>
          </a:bodyPr>
          <a:lstStyle/>
          <a:p>
            <a:pPr marL="0" indent="0" algn="l">
              <a:buNone/>
            </a:pPr>
            <a:r>
              <a:rPr lang="en-US" sz="1700" dirty="0" err="1">
                <a:solidFill>
                  <a:srgbClr val="6E6A60"/>
                </a:solidFill>
                <a:latin typeface="맑은 고딕" panose="020B0503020000020004" pitchFamily="50" charset="-127"/>
                <a:ea typeface="맑은 고딕" panose="020B0503020000020004" pitchFamily="50" charset="-127"/>
                <a:cs typeface="Pretendard" pitchFamily="34" charset="-120"/>
              </a:rPr>
              <a:t>장소</a:t>
            </a:r>
            <a:r>
              <a:rPr lang="en-US" sz="1700" dirty="0">
                <a:solidFill>
                  <a:srgbClr val="6E6A60"/>
                </a:solidFill>
                <a:latin typeface="맑은 고딕" panose="020B0503020000020004" pitchFamily="50" charset="-127"/>
                <a:ea typeface="맑은 고딕" panose="020B0503020000020004" pitchFamily="50" charset="-127"/>
                <a:cs typeface="Pretendard" pitchFamily="34" charset="-120"/>
              </a:rPr>
              <a:t> · </a:t>
            </a:r>
            <a:r>
              <a:rPr lang="en-US" sz="1700" dirty="0" err="1">
                <a:solidFill>
                  <a:srgbClr val="6E6A60"/>
                </a:solidFill>
                <a:latin typeface="맑은 고딕" panose="020B0503020000020004" pitchFamily="50" charset="-127"/>
                <a:ea typeface="맑은 고딕" panose="020B0503020000020004" pitchFamily="50" charset="-127"/>
                <a:cs typeface="Pretendard" pitchFamily="34" charset="-120"/>
              </a:rPr>
              <a:t>투표</a:t>
            </a:r>
            <a:r>
              <a:rPr lang="en-US" sz="1700" dirty="0">
                <a:solidFill>
                  <a:srgbClr val="6E6A60"/>
                </a:solidFill>
                <a:latin typeface="맑은 고딕" panose="020B0503020000020004" pitchFamily="50" charset="-127"/>
                <a:ea typeface="맑은 고딕" panose="020B0503020000020004" pitchFamily="50" charset="-127"/>
                <a:cs typeface="Pretendard" pitchFamily="34" charset="-120"/>
              </a:rPr>
              <a:t> · </a:t>
            </a:r>
            <a:r>
              <a:rPr lang="en-US" sz="1700" dirty="0" err="1">
                <a:solidFill>
                  <a:srgbClr val="6E6A60"/>
                </a:solidFill>
                <a:latin typeface="맑은 고딕" panose="020B0503020000020004" pitchFamily="50" charset="-127"/>
                <a:ea typeface="맑은 고딕" panose="020B0503020000020004" pitchFamily="50" charset="-127"/>
                <a:cs typeface="Pretendard" pitchFamily="34" charset="-120"/>
              </a:rPr>
              <a:t>정산</a:t>
            </a:r>
            <a:r>
              <a:rPr lang="en-US" sz="1700" dirty="0">
                <a:solidFill>
                  <a:srgbClr val="6E6A60"/>
                </a:solidFill>
                <a:latin typeface="맑은 고딕" panose="020B0503020000020004" pitchFamily="50" charset="-127"/>
                <a:ea typeface="맑은 고딕" panose="020B0503020000020004" pitchFamily="50" charset="-127"/>
                <a:cs typeface="Pretendard" pitchFamily="34" charset="-120"/>
              </a:rPr>
              <a:t> · </a:t>
            </a:r>
            <a:r>
              <a:rPr lang="ko-KR" altLang="en-US" sz="1700" dirty="0">
                <a:solidFill>
                  <a:srgbClr val="6E6A60"/>
                </a:solidFill>
                <a:latin typeface="맑은 고딕" panose="020B0503020000020004" pitchFamily="50" charset="-127"/>
                <a:ea typeface="맑은 고딕" panose="020B0503020000020004" pitchFamily="50" charset="-127"/>
                <a:cs typeface="Pretendard" pitchFamily="34" charset="-120"/>
              </a:rPr>
              <a:t>페르소나</a:t>
            </a:r>
            <a:endParaRPr lang="en-US" sz="1700" dirty="0">
              <a:latin typeface="맑은 고딕" panose="020B0503020000020004" pitchFamily="50" charset="-127"/>
            </a:endParaRPr>
          </a:p>
        </p:txBody>
      </p:sp>
      <p:sp>
        <p:nvSpPr>
          <p:cNvPr id="28" name="Text 26"/>
          <p:cNvSpPr/>
          <p:nvPr/>
        </p:nvSpPr>
        <p:spPr>
          <a:xfrm>
            <a:off x="1352550" y="7379300"/>
            <a:ext cx="7156133" cy="38100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9A9486"/>
                </a:solidFill>
                <a:latin typeface="Microsoft YaHei" panose="020B0503020204020204" pitchFamily="34" charset="-122"/>
                <a:ea typeface="Microsoft YaHei" panose="020B0503020204020204" pitchFamily="34" charset="-122"/>
                <a:cs typeface="Space Mono" pitchFamily="34" charset="-120"/>
              </a:rPr>
              <a:t>LEARNED · 배운 점</a:t>
            </a:r>
            <a:endParaRPr lang="en-US" sz="1800" dirty="0">
              <a:latin typeface="맑은 고딕" panose="020B0503020000020004" pitchFamily="50" charset="-127"/>
            </a:endParaRPr>
          </a:p>
        </p:txBody>
      </p:sp>
      <p:sp>
        <p:nvSpPr>
          <p:cNvPr id="29" name="Shape 27"/>
          <p:cNvSpPr/>
          <p:nvPr/>
        </p:nvSpPr>
        <p:spPr>
          <a:xfrm>
            <a:off x="1352550" y="7855550"/>
            <a:ext cx="2183160" cy="495300"/>
          </a:xfrm>
          <a:prstGeom prst="roundRect">
            <a:avLst>
              <a:gd name="adj" fmla="val 50000"/>
            </a:avLst>
          </a:prstGeom>
          <a:ln w="9525">
            <a:solidFill>
              <a:srgbClr val="C7BFA9"/>
            </a:solidFill>
            <a:prstDash val="solid"/>
          </a:ln>
        </p:spPr>
        <p:txBody>
          <a:bodyPr/>
          <a:lstStyle/>
          <a:p>
            <a:endParaRPr lang="ko-KR" altLang="en-US"/>
          </a:p>
        </p:txBody>
      </p:sp>
      <p:sp>
        <p:nvSpPr>
          <p:cNvPr id="30" name="Text 28"/>
          <p:cNvSpPr/>
          <p:nvPr/>
        </p:nvSpPr>
        <p:spPr>
          <a:xfrm>
            <a:off x="1571625" y="7960325"/>
            <a:ext cx="1821210" cy="323850"/>
          </a:xfrm>
          <a:prstGeom prst="rect">
            <a:avLst/>
          </a:prstGeom>
          <a:noFill/>
          <a:ln/>
        </p:spPr>
        <p:txBody>
          <a:bodyPr wrap="square" lIns="25400" tIns="25400" rIns="25400" bIns="25400" rtlCol="0" anchor="t">
            <a:normAutofit fontScale="92500"/>
          </a:bodyPr>
          <a:lstStyle/>
          <a:p>
            <a:pPr marL="0" indent="0" algn="l">
              <a:buNone/>
            </a:pPr>
            <a:r>
              <a:rPr lang="en-US" sz="1875" dirty="0">
                <a:solidFill>
                  <a:srgbClr val="6E6A60"/>
                </a:solidFill>
                <a:latin typeface="맑은 고딕" panose="020B0503020000020004" pitchFamily="50" charset="-127"/>
                <a:ea typeface="맑은 고딕" panose="020B0503020000020004" pitchFamily="50" charset="-127"/>
                <a:cs typeface="Pretendard" pitchFamily="34" charset="-120"/>
              </a:rPr>
              <a:t>실시간 설계 (SSE)</a:t>
            </a:r>
            <a:endParaRPr lang="en-US" sz="1875" dirty="0">
              <a:latin typeface="맑은 고딕" panose="020B0503020000020004" pitchFamily="50" charset="-127"/>
            </a:endParaRPr>
          </a:p>
        </p:txBody>
      </p:sp>
      <p:sp>
        <p:nvSpPr>
          <p:cNvPr id="31" name="Shape 29"/>
          <p:cNvSpPr/>
          <p:nvPr/>
        </p:nvSpPr>
        <p:spPr>
          <a:xfrm>
            <a:off x="3650010" y="7855550"/>
            <a:ext cx="1742033" cy="495300"/>
          </a:xfrm>
          <a:prstGeom prst="roundRect">
            <a:avLst>
              <a:gd name="adj" fmla="val 50000"/>
            </a:avLst>
          </a:prstGeom>
          <a:ln w="9525">
            <a:solidFill>
              <a:srgbClr val="C7BFA9"/>
            </a:solidFill>
            <a:prstDash val="solid"/>
          </a:ln>
        </p:spPr>
        <p:txBody>
          <a:bodyPr/>
          <a:lstStyle/>
          <a:p>
            <a:endParaRPr lang="ko-KR" altLang="en-US"/>
          </a:p>
        </p:txBody>
      </p:sp>
      <p:sp>
        <p:nvSpPr>
          <p:cNvPr id="32" name="Text 30"/>
          <p:cNvSpPr/>
          <p:nvPr/>
        </p:nvSpPr>
        <p:spPr>
          <a:xfrm>
            <a:off x="3869085" y="7960325"/>
            <a:ext cx="1380083" cy="323850"/>
          </a:xfrm>
          <a:prstGeom prst="rect">
            <a:avLst/>
          </a:prstGeom>
          <a:noFill/>
          <a:ln/>
        </p:spPr>
        <p:txBody>
          <a:bodyPr wrap="square" lIns="25400" tIns="25400" rIns="25400" bIns="25400" rtlCol="0" anchor="t">
            <a:normAutofit fontScale="85000" lnSpcReduction="10000"/>
          </a:bodyPr>
          <a:lstStyle/>
          <a:p>
            <a:pPr marL="0" indent="0" algn="l">
              <a:buNone/>
            </a:pPr>
            <a:r>
              <a:rPr lang="en-US" sz="1875" dirty="0">
                <a:solidFill>
                  <a:srgbClr val="6E6A60"/>
                </a:solidFill>
                <a:latin typeface="맑은 고딕" panose="020B0503020000020004" pitchFamily="50" charset="-127"/>
                <a:ea typeface="맑은 고딕" panose="020B0503020000020004" pitchFamily="50" charset="-127"/>
                <a:cs typeface="Pretendard" pitchFamily="34" charset="-120"/>
              </a:rPr>
              <a:t>외부 API 통합</a:t>
            </a:r>
            <a:endParaRPr lang="en-US" sz="1875" dirty="0">
              <a:latin typeface="맑은 고딕" panose="020B0503020000020004" pitchFamily="50" charset="-127"/>
            </a:endParaRPr>
          </a:p>
        </p:txBody>
      </p:sp>
      <p:sp>
        <p:nvSpPr>
          <p:cNvPr id="33" name="Shape 31"/>
          <p:cNvSpPr/>
          <p:nvPr/>
        </p:nvSpPr>
        <p:spPr>
          <a:xfrm>
            <a:off x="5506343" y="7855550"/>
            <a:ext cx="1995041" cy="495300"/>
          </a:xfrm>
          <a:prstGeom prst="roundRect">
            <a:avLst>
              <a:gd name="adj" fmla="val 50000"/>
            </a:avLst>
          </a:prstGeom>
          <a:ln w="9525">
            <a:solidFill>
              <a:srgbClr val="C7BFA9"/>
            </a:solidFill>
            <a:prstDash val="solid"/>
          </a:ln>
        </p:spPr>
        <p:txBody>
          <a:bodyPr/>
          <a:lstStyle/>
          <a:p>
            <a:endParaRPr lang="ko-KR" altLang="en-US"/>
          </a:p>
        </p:txBody>
      </p:sp>
      <p:sp>
        <p:nvSpPr>
          <p:cNvPr id="34" name="Text 32"/>
          <p:cNvSpPr/>
          <p:nvPr/>
        </p:nvSpPr>
        <p:spPr>
          <a:xfrm>
            <a:off x="5725418" y="7960325"/>
            <a:ext cx="1633091" cy="323850"/>
          </a:xfrm>
          <a:prstGeom prst="rect">
            <a:avLst/>
          </a:prstGeom>
          <a:noFill/>
          <a:ln/>
        </p:spPr>
        <p:txBody>
          <a:bodyPr wrap="square" lIns="25400" tIns="25400" rIns="25400" bIns="25400" rtlCol="0" anchor="t">
            <a:normAutofit fontScale="85000" lnSpcReduction="10000"/>
          </a:bodyPr>
          <a:lstStyle/>
          <a:p>
            <a:pPr marL="0" indent="0" algn="l">
              <a:buNone/>
            </a:pPr>
            <a:r>
              <a:rPr lang="en-US" sz="1875" dirty="0">
                <a:solidFill>
                  <a:srgbClr val="6E6A60"/>
                </a:solidFill>
                <a:latin typeface="맑은 고딕" panose="020B0503020000020004" pitchFamily="50" charset="-127"/>
                <a:ea typeface="맑은 고딕" panose="020B0503020000020004" pitchFamily="50" charset="-127"/>
                <a:cs typeface="Pretendard" pitchFamily="34" charset="-120"/>
              </a:rPr>
              <a:t>도메인 단위 협업</a:t>
            </a:r>
            <a:endParaRPr lang="en-US" sz="1875" dirty="0">
              <a:latin typeface="맑은 고딕" panose="020B0503020000020004" pitchFamily="50" charset="-127"/>
            </a:endParaRPr>
          </a:p>
        </p:txBody>
      </p:sp>
      <p:sp>
        <p:nvSpPr>
          <p:cNvPr id="35" name="Text 33"/>
          <p:cNvSpPr/>
          <p:nvPr/>
        </p:nvSpPr>
        <p:spPr>
          <a:xfrm>
            <a:off x="8821169" y="3044765"/>
            <a:ext cx="7156133" cy="38100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9A9486"/>
                </a:solidFill>
                <a:latin typeface="Microsoft YaHei" panose="020B0503020204020204" pitchFamily="34" charset="-122"/>
                <a:ea typeface="Microsoft YaHei" panose="020B0503020204020204" pitchFamily="34" charset="-122"/>
                <a:cs typeface="Space Mono" pitchFamily="34" charset="-120"/>
              </a:rPr>
              <a:t>ROADMAP · 향후 계획</a:t>
            </a:r>
            <a:endParaRPr lang="en-US" sz="1800" dirty="0">
              <a:latin typeface="맑은 고딕" panose="020B0503020000020004" pitchFamily="50" charset="-127"/>
            </a:endParaRPr>
          </a:p>
        </p:txBody>
      </p:sp>
      <p:sp>
        <p:nvSpPr>
          <p:cNvPr id="36" name="Shape 34"/>
          <p:cNvSpPr/>
          <p:nvPr/>
        </p:nvSpPr>
        <p:spPr>
          <a:xfrm>
            <a:off x="8821170" y="3540065"/>
            <a:ext cx="3910148" cy="714375"/>
          </a:xfrm>
          <a:prstGeom prst="roundRect">
            <a:avLst>
              <a:gd name="adj" fmla="val 21333"/>
            </a:avLst>
          </a:prstGeom>
          <a:solidFill>
            <a:srgbClr val="E4EAF0"/>
          </a:solidFill>
          <a:ln/>
        </p:spPr>
        <p:txBody>
          <a:bodyPr/>
          <a:lstStyle/>
          <a:p>
            <a:endParaRPr lang="ko-KR" altLang="en-US"/>
          </a:p>
        </p:txBody>
      </p:sp>
      <p:pic>
        <p:nvPicPr>
          <p:cNvPr id="37"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700000">
            <a:off x="9009638" y="3695197"/>
            <a:ext cx="404111" cy="404111"/>
          </a:xfrm>
          <a:prstGeom prst="rect">
            <a:avLst/>
          </a:prstGeom>
        </p:spPr>
      </p:pic>
      <p:sp>
        <p:nvSpPr>
          <p:cNvPr id="38" name="Text 35"/>
          <p:cNvSpPr/>
          <p:nvPr/>
        </p:nvSpPr>
        <p:spPr>
          <a:xfrm>
            <a:off x="9526019" y="3730565"/>
            <a:ext cx="1719947" cy="371475"/>
          </a:xfrm>
          <a:prstGeom prst="rect">
            <a:avLst/>
          </a:prstGeom>
          <a:noFill/>
          <a:ln/>
        </p:spPr>
        <p:txBody>
          <a:bodyPr wrap="square" lIns="25400" tIns="25400" rIns="25400" bIns="25400" rtlCol="0" anchor="t">
            <a:normAutofit fontScale="85000" lnSpcReduction="10000"/>
          </a:bodyPr>
          <a:lstStyle/>
          <a:p>
            <a:pPr marL="0" indent="0" algn="l">
              <a:buNone/>
            </a:pPr>
            <a:r>
              <a:rPr lang="en-US" sz="2175" b="1" dirty="0">
                <a:solidFill>
                  <a:srgbClr val="4A4A4A"/>
                </a:solidFill>
                <a:latin typeface="맑은 고딕" panose="020B0503020000020004" pitchFamily="50" charset="-127"/>
                <a:ea typeface="맑은 고딕" panose="020B0503020000020004" pitchFamily="50" charset="-127"/>
                <a:cs typeface="Pretendard" pitchFamily="34" charset="-120"/>
              </a:rPr>
              <a:t>해외 여행 지원</a:t>
            </a:r>
            <a:endParaRPr lang="en-US" sz="2175" dirty="0">
              <a:latin typeface="맑은 고딕" panose="020B0503020000020004" pitchFamily="50" charset="-127"/>
            </a:endParaRPr>
          </a:p>
        </p:txBody>
      </p:sp>
      <p:sp>
        <p:nvSpPr>
          <p:cNvPr id="39" name="Shape 36"/>
          <p:cNvSpPr/>
          <p:nvPr/>
        </p:nvSpPr>
        <p:spPr>
          <a:xfrm>
            <a:off x="8821170" y="4425890"/>
            <a:ext cx="3910148" cy="714375"/>
          </a:xfrm>
          <a:prstGeom prst="roundRect">
            <a:avLst>
              <a:gd name="adj" fmla="val 21333"/>
            </a:avLst>
          </a:prstGeom>
          <a:solidFill>
            <a:srgbClr val="E4EAF0"/>
          </a:solidFill>
          <a:ln/>
        </p:spPr>
        <p:txBody>
          <a:bodyPr/>
          <a:lstStyle/>
          <a:p>
            <a:endParaRPr lang="ko-KR" altLang="en-US"/>
          </a:p>
        </p:txBody>
      </p:sp>
      <p:pic>
        <p:nvPicPr>
          <p:cNvPr id="40"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700000">
            <a:off x="9009638" y="4581022"/>
            <a:ext cx="404111" cy="404111"/>
          </a:xfrm>
          <a:prstGeom prst="rect">
            <a:avLst/>
          </a:prstGeom>
        </p:spPr>
      </p:pic>
      <p:sp>
        <p:nvSpPr>
          <p:cNvPr id="41" name="Text 37"/>
          <p:cNvSpPr/>
          <p:nvPr/>
        </p:nvSpPr>
        <p:spPr>
          <a:xfrm>
            <a:off x="9526019" y="4616390"/>
            <a:ext cx="2343849" cy="371475"/>
          </a:xfrm>
          <a:prstGeom prst="rect">
            <a:avLst/>
          </a:prstGeom>
          <a:noFill/>
          <a:ln/>
        </p:spPr>
        <p:txBody>
          <a:bodyPr wrap="square" lIns="25400" tIns="25400" rIns="25400" bIns="25400" rtlCol="0" anchor="t">
            <a:normAutofit fontScale="85000" lnSpcReduction="10000"/>
          </a:bodyPr>
          <a:lstStyle/>
          <a:p>
            <a:pPr marL="0" indent="0" algn="l">
              <a:buNone/>
            </a:pPr>
            <a:r>
              <a:rPr lang="en-US" sz="2175" b="1" dirty="0">
                <a:solidFill>
                  <a:srgbClr val="4A4A4A"/>
                </a:solidFill>
                <a:latin typeface="맑은 고딕" panose="020B0503020000020004" pitchFamily="50" charset="-127"/>
                <a:ea typeface="맑은 고딕" panose="020B0503020000020004" pitchFamily="50" charset="-127"/>
                <a:cs typeface="Pretendard" pitchFamily="34" charset="-120"/>
              </a:rPr>
              <a:t>AI 코스 추천 고도화</a:t>
            </a:r>
            <a:endParaRPr lang="en-US" sz="2175" dirty="0">
              <a:latin typeface="맑은 고딕" panose="020B0503020000020004" pitchFamily="50" charset="-127"/>
            </a:endParaRPr>
          </a:p>
        </p:txBody>
      </p:sp>
      <p:sp>
        <p:nvSpPr>
          <p:cNvPr id="42" name="Shape 38"/>
          <p:cNvSpPr/>
          <p:nvPr/>
        </p:nvSpPr>
        <p:spPr>
          <a:xfrm>
            <a:off x="8821170" y="5311715"/>
            <a:ext cx="3910148" cy="714375"/>
          </a:xfrm>
          <a:prstGeom prst="roundRect">
            <a:avLst>
              <a:gd name="adj" fmla="val 21333"/>
            </a:avLst>
          </a:prstGeom>
          <a:solidFill>
            <a:srgbClr val="E4EAF0"/>
          </a:solidFill>
          <a:ln/>
        </p:spPr>
        <p:txBody>
          <a:bodyPr/>
          <a:lstStyle/>
          <a:p>
            <a:endParaRPr lang="ko-KR" altLang="en-US"/>
          </a:p>
        </p:txBody>
      </p:sp>
      <p:pic>
        <p:nvPicPr>
          <p:cNvPr id="43"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rot="2700000">
            <a:off x="9009638" y="5466847"/>
            <a:ext cx="404111" cy="404111"/>
          </a:xfrm>
          <a:prstGeom prst="rect">
            <a:avLst/>
          </a:prstGeom>
        </p:spPr>
      </p:pic>
      <p:sp>
        <p:nvSpPr>
          <p:cNvPr id="44" name="Text 39"/>
          <p:cNvSpPr/>
          <p:nvPr/>
        </p:nvSpPr>
        <p:spPr>
          <a:xfrm>
            <a:off x="9526019" y="5502215"/>
            <a:ext cx="1719947" cy="371475"/>
          </a:xfrm>
          <a:prstGeom prst="rect">
            <a:avLst/>
          </a:prstGeom>
          <a:noFill/>
          <a:ln/>
        </p:spPr>
        <p:txBody>
          <a:bodyPr wrap="square" lIns="25400" tIns="25400" rIns="25400" bIns="25400" rtlCol="0" anchor="t">
            <a:normAutofit fontScale="85000" lnSpcReduction="10000"/>
          </a:bodyPr>
          <a:lstStyle/>
          <a:p>
            <a:pPr marL="0" indent="0" algn="l">
              <a:buNone/>
            </a:pPr>
            <a:r>
              <a:rPr lang="en-US" sz="2175" b="1" dirty="0">
                <a:solidFill>
                  <a:srgbClr val="4A4A4A"/>
                </a:solidFill>
                <a:latin typeface="맑은 고딕" panose="020B0503020000020004" pitchFamily="50" charset="-127"/>
                <a:ea typeface="맑은 고딕" panose="020B0503020000020004" pitchFamily="50" charset="-127"/>
                <a:cs typeface="Pretendard" pitchFamily="34" charset="-120"/>
              </a:rPr>
              <a:t>모바일 앱 출시</a:t>
            </a:r>
            <a:endParaRPr lang="en-US" sz="2175" dirty="0">
              <a:latin typeface="맑은 고딕" panose="020B0503020000020004" pitchFamily="50" charset="-127"/>
            </a:endParaRPr>
          </a:p>
        </p:txBody>
      </p:sp>
      <p:sp>
        <p:nvSpPr>
          <p:cNvPr id="48" name="Text 4">
            <a:extLst>
              <a:ext uri="{FF2B5EF4-FFF2-40B4-BE49-F238E27FC236}">
                <a16:creationId xmlns:a16="http://schemas.microsoft.com/office/drawing/2014/main" id="{F7A79834-6930-4416-B227-FAD8C1AA851C}"/>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cxnSp>
        <p:nvCxnSpPr>
          <p:cNvPr id="50" name="직선 연결선 49">
            <a:extLst>
              <a:ext uri="{FF2B5EF4-FFF2-40B4-BE49-F238E27FC236}">
                <a16:creationId xmlns:a16="http://schemas.microsoft.com/office/drawing/2014/main" id="{CA88D85A-91E0-4561-838C-AC10F0A66424}"/>
              </a:ext>
            </a:extLst>
          </p:cNvPr>
          <p:cNvCxnSpPr>
            <a:cxnSpLocks/>
          </p:cNvCxnSpPr>
          <p:nvPr/>
        </p:nvCxnSpPr>
        <p:spPr>
          <a:xfrm>
            <a:off x="8735854" y="6273740"/>
            <a:ext cx="4284821" cy="0"/>
          </a:xfrm>
          <a:prstGeom prst="line">
            <a:avLst/>
          </a:prstGeom>
          <a:ln>
            <a:solidFill>
              <a:srgbClr val="C7BFA9"/>
            </a:solidFill>
          </a:ln>
        </p:spPr>
        <p:style>
          <a:lnRef idx="3">
            <a:schemeClr val="accent1"/>
          </a:lnRef>
          <a:fillRef idx="0">
            <a:schemeClr val="accent1"/>
          </a:fillRef>
          <a:effectRef idx="2">
            <a:schemeClr val="accent1"/>
          </a:effectRef>
          <a:fontRef idx="minor">
            <a:schemeClr val="tx1"/>
          </a:fontRef>
        </p:style>
      </p:cxnSp>
      <p:sp>
        <p:nvSpPr>
          <p:cNvPr id="54" name="Text 7">
            <a:extLst>
              <a:ext uri="{FF2B5EF4-FFF2-40B4-BE49-F238E27FC236}">
                <a16:creationId xmlns:a16="http://schemas.microsoft.com/office/drawing/2014/main" id="{428D38CC-EDAE-4D71-8003-B82E69B54A2E}"/>
              </a:ext>
            </a:extLst>
          </p:cNvPr>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55" name="Text 5">
            <a:extLst>
              <a:ext uri="{FF2B5EF4-FFF2-40B4-BE49-F238E27FC236}">
                <a16:creationId xmlns:a16="http://schemas.microsoft.com/office/drawing/2014/main" id="{34E53BF8-7A16-4E67-BE71-1FAA3802E1DA}"/>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20" name="Text 18"/>
          <p:cNvSpPr/>
          <p:nvPr/>
        </p:nvSpPr>
        <p:spPr>
          <a:xfrm>
            <a:off x="5690443" y="7762875"/>
            <a:ext cx="3388816" cy="590550"/>
          </a:xfrm>
          <a:prstGeom prst="rect">
            <a:avLst/>
          </a:prstGeom>
          <a:noFill/>
          <a:ln/>
        </p:spPr>
        <p:txBody>
          <a:bodyPr wrap="square" lIns="25400" tIns="25400" rIns="25400" bIns="25400" rtlCol="0" anchor="t">
            <a:normAutofit/>
          </a:bodyPr>
          <a:lstStyle/>
          <a:p>
            <a:pPr marL="0" indent="0" algn="l">
              <a:buNone/>
            </a:pPr>
            <a:endParaRPr lang="en-US" sz="3450" dirty="0">
              <a:latin typeface="맑은 고딕" panose="020B0503020000020004" pitchFamily="50" charset="-127"/>
            </a:endParaRPr>
          </a:p>
        </p:txBody>
      </p:sp>
      <p:sp>
        <p:nvSpPr>
          <p:cNvPr id="26" name="Text 4">
            <a:extLst>
              <a:ext uri="{FF2B5EF4-FFF2-40B4-BE49-F238E27FC236}">
                <a16:creationId xmlns:a16="http://schemas.microsoft.com/office/drawing/2014/main" id="{83878738-E781-4460-A63F-953655D13A42}"/>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27" name="Text 41">
            <a:extLst>
              <a:ext uri="{FF2B5EF4-FFF2-40B4-BE49-F238E27FC236}">
                <a16:creationId xmlns:a16="http://schemas.microsoft.com/office/drawing/2014/main" id="{1F9E5115-B8BC-440D-8EEE-9D08EDBA2624}"/>
              </a:ext>
            </a:extLst>
          </p:cNvPr>
          <p:cNvSpPr/>
          <p:nvPr/>
        </p:nvSpPr>
        <p:spPr>
          <a:xfrm>
            <a:off x="6822252" y="4084997"/>
            <a:ext cx="3193901" cy="1662880"/>
          </a:xfrm>
          <a:prstGeom prst="rect">
            <a:avLst/>
          </a:prstGeom>
          <a:noFill/>
          <a:ln/>
        </p:spPr>
        <p:txBody>
          <a:bodyPr wrap="square" lIns="25400" tIns="25400" rIns="25400" bIns="25400" rtlCol="0" anchor="t">
            <a:noAutofit/>
          </a:bodyPr>
          <a:lstStyle/>
          <a:p>
            <a:pPr marL="0" indent="0" algn="l">
              <a:buNone/>
            </a:pPr>
            <a:r>
              <a:rPr lang="ko-KR" altLang="en-US" sz="9600" b="1" dirty="0">
                <a:solidFill>
                  <a:srgbClr val="4A4A4A"/>
                </a:solidFill>
                <a:latin typeface="맑은 고딕" panose="020B0503020000020004" pitchFamily="50" charset="-127"/>
                <a:ea typeface="맑은 고딕" panose="020B0503020000020004" pitchFamily="50" charset="-127"/>
              </a:rPr>
              <a:t>시연</a:t>
            </a:r>
            <a:endParaRPr lang="en-US" sz="9600" dirty="0">
              <a:latin typeface="맑은 고딕" panose="020B0503020000020004" pitchFamily="50" charset="-127"/>
            </a:endParaRPr>
          </a:p>
        </p:txBody>
      </p:sp>
      <p:sp>
        <p:nvSpPr>
          <p:cNvPr id="15" name="Text 5">
            <a:extLst>
              <a:ext uri="{FF2B5EF4-FFF2-40B4-BE49-F238E27FC236}">
                <a16:creationId xmlns:a16="http://schemas.microsoft.com/office/drawing/2014/main" id="{CDF8F0A3-5FB5-465F-A17E-3B5CBFFED5CF}"/>
              </a:ext>
            </a:extLst>
          </p:cNvPr>
          <p:cNvSpPr/>
          <p:nvPr/>
        </p:nvSpPr>
        <p:spPr>
          <a:xfrm rot="10800000">
            <a:off x="16373475" y="3166533"/>
            <a:ext cx="552450" cy="3055822"/>
          </a:xfrm>
          <a:prstGeom prst="rect">
            <a:avLst/>
          </a:prstGeom>
          <a:noFill/>
          <a:ln/>
        </p:spPr>
        <p:txBody>
          <a:bodyPr vert="eaVert" wrap="square" lIns="25400" tIns="25400" rIns="25400" bIns="25400" rtlCol="0" anchor="t">
            <a:normAutofit/>
          </a:bodyPr>
          <a:lstStyle/>
          <a:p>
            <a:pPr marL="0" indent="0" algn="l">
              <a:buNone/>
            </a:pPr>
            <a:r>
              <a:rPr lang="en-US" sz="3150" b="1" i="1" kern="0" spc="504" dirty="0">
                <a:solidFill>
                  <a:srgbClr val="4A4A4A"/>
                </a:solidFill>
                <a:latin typeface="맑은 고딕" panose="020B0503020000020004" pitchFamily="50" charset="-127"/>
                <a:ea typeface="맑은 고딕" panose="020B0503020000020004" pitchFamily="50" charset="-127"/>
                <a:cs typeface="Georgia" pitchFamily="34" charset="-120"/>
              </a:rPr>
              <a:t>GROUTRIP</a:t>
            </a:r>
            <a:endParaRPr lang="en-US" sz="3150" dirty="0">
              <a:latin typeface="맑은 고딕" panose="020B0503020000020004" pitchFamily="50" charset="-127"/>
            </a:endParaRPr>
          </a:p>
        </p:txBody>
      </p:sp>
    </p:spTree>
    <p:extLst>
      <p:ext uri="{BB962C8B-B14F-4D97-AF65-F5344CB8AC3E}">
        <p14:creationId xmlns:p14="http://schemas.microsoft.com/office/powerpoint/2010/main" val="3227303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87A0B5"/>
        </a:solidFill>
        <a:effectLst/>
      </p:bgPr>
    </p:bg>
    <p:spTree>
      <p:nvGrpSpPr>
        <p:cNvPr id="1" name=""/>
        <p:cNvGrpSpPr/>
        <p:nvPr/>
      </p:nvGrpSpPr>
      <p:grpSpPr>
        <a:xfrm>
          <a:off x="0" y="0"/>
          <a:ext cx="0" cy="0"/>
          <a:chOff x="0" y="0"/>
          <a:chExt cx="0" cy="0"/>
        </a:xfrm>
      </p:grpSpPr>
      <p:sp>
        <p:nvSpPr>
          <p:cNvPr id="2" name="Shape 0"/>
          <p:cNvSpPr/>
          <p:nvPr/>
        </p:nvSpPr>
        <p:spPr>
          <a:xfrm>
            <a:off x="552450" y="552450"/>
            <a:ext cx="17183100" cy="9182100"/>
          </a:xfrm>
          <a:prstGeom prst="roundRect">
            <a:avLst>
              <a:gd name="adj" fmla="val 3734"/>
            </a:avLst>
          </a:prstGeom>
          <a:solidFill>
            <a:srgbClr val="FBF8EF"/>
          </a:solidFill>
          <a:ln/>
          <a:effectLst>
            <a:outerShdw blurRad="857250" dist="381000" dir="5400000" algn="bl" rotWithShape="0">
              <a:srgbClr val="233241">
                <a:alpha val="22000"/>
              </a:srgbClr>
            </a:outerShdw>
          </a:effectLst>
        </p:spPr>
        <p:txBody>
          <a:bodyPr/>
          <a:lstStyle/>
          <a:p>
            <a:endParaRPr lang="ko-KR" altLang="en-US"/>
          </a:p>
        </p:txBody>
      </p:sp>
      <p:sp>
        <p:nvSpPr>
          <p:cNvPr id="3" name="Shape 1"/>
          <p:cNvSpPr/>
          <p:nvPr/>
        </p:nvSpPr>
        <p:spPr>
          <a:xfrm>
            <a:off x="15468600" y="552450"/>
            <a:ext cx="19050" cy="9182100"/>
          </a:xfrm>
          <a:prstGeom prst="rect">
            <a:avLst/>
          </a:prstGeom>
          <a:solidFill>
            <a:srgbClr val="C7BFA9"/>
          </a:solidFill>
          <a:ln/>
        </p:spPr>
        <p:txBody>
          <a:bodyPr/>
          <a:lstStyle/>
          <a:p>
            <a:endParaRPr lang="ko-KR" altLang="en-US"/>
          </a:p>
        </p:txBody>
      </p:sp>
      <p:sp>
        <p:nvSpPr>
          <p:cNvPr id="4" name="Shape 2"/>
          <p:cNvSpPr/>
          <p:nvPr/>
        </p:nvSpPr>
        <p:spPr>
          <a:xfrm>
            <a:off x="15278100" y="342900"/>
            <a:ext cx="419100" cy="419100"/>
          </a:xfrm>
          <a:prstGeom prst="ellipse">
            <a:avLst/>
          </a:prstGeom>
          <a:solidFill>
            <a:srgbClr val="87A0B5"/>
          </a:solidFill>
          <a:ln/>
        </p:spPr>
        <p:txBody>
          <a:bodyPr/>
          <a:lstStyle/>
          <a:p>
            <a:endParaRPr lang="ko-KR" altLang="en-US"/>
          </a:p>
        </p:txBody>
      </p:sp>
      <p:sp>
        <p:nvSpPr>
          <p:cNvPr id="5" name="Shape 3"/>
          <p:cNvSpPr/>
          <p:nvPr/>
        </p:nvSpPr>
        <p:spPr>
          <a:xfrm>
            <a:off x="15278100" y="9525000"/>
            <a:ext cx="419100" cy="419100"/>
          </a:xfrm>
          <a:prstGeom prst="ellipse">
            <a:avLst/>
          </a:prstGeom>
          <a:solidFill>
            <a:srgbClr val="87A0B5"/>
          </a:solidFill>
          <a:ln/>
        </p:spPr>
        <p:txBody>
          <a:bodyPr/>
          <a:lstStyle/>
          <a:p>
            <a:endParaRPr lang="ko-KR" altLang="en-US"/>
          </a:p>
        </p:txBody>
      </p:sp>
      <p:sp>
        <p:nvSpPr>
          <p:cNvPr id="8" name="Shape 6"/>
          <p:cNvSpPr/>
          <p:nvPr/>
        </p:nvSpPr>
        <p:spPr>
          <a:xfrm>
            <a:off x="15887551" y="7943850"/>
            <a:ext cx="1447800" cy="590550"/>
          </a:xfrm>
          <a:prstGeom prst="rect">
            <a:avLst/>
          </a:prstGeom>
          <a:blipFill>
            <a:blip r:embed="rId3"/>
            <a:tile tx="0" ty="0" sx="100000" sy="100000" flip="none" algn="tl"/>
          </a:blipFill>
          <a:ln/>
        </p:spPr>
        <p:txBody>
          <a:bodyPr/>
          <a:lstStyle/>
          <a:p>
            <a:endParaRPr lang="ko-KR" altLang="en-US"/>
          </a:p>
        </p:txBody>
      </p:sp>
      <p:sp>
        <p:nvSpPr>
          <p:cNvPr id="9" name="Text 7"/>
          <p:cNvSpPr/>
          <p:nvPr/>
        </p:nvSpPr>
        <p:spPr>
          <a:xfrm>
            <a:off x="15796766" y="8705850"/>
            <a:ext cx="1792471" cy="3810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B0AA9B"/>
                </a:solidFill>
                <a:latin typeface="Microsoft YaHei" panose="020B0503020204020204" pitchFamily="34" charset="-122"/>
                <a:ea typeface="Microsoft YaHei" panose="020B0503020204020204" pitchFamily="34" charset="-122"/>
                <a:cs typeface="Space Mono" pitchFamily="34" charset="-120"/>
              </a:rPr>
              <a:t>ADMIT ONE</a:t>
            </a:r>
            <a:endParaRPr lang="en-US" sz="1800" dirty="0">
              <a:latin typeface="맑은 고딕" panose="020B0503020000020004" pitchFamily="50" charset="-127"/>
            </a:endParaRPr>
          </a:p>
        </p:txBody>
      </p:sp>
      <p:sp>
        <p:nvSpPr>
          <p:cNvPr id="20" name="Text 18"/>
          <p:cNvSpPr/>
          <p:nvPr/>
        </p:nvSpPr>
        <p:spPr>
          <a:xfrm>
            <a:off x="5690443" y="7762875"/>
            <a:ext cx="3388816" cy="590550"/>
          </a:xfrm>
          <a:prstGeom prst="rect">
            <a:avLst/>
          </a:prstGeom>
          <a:noFill/>
          <a:ln/>
        </p:spPr>
        <p:txBody>
          <a:bodyPr wrap="square" lIns="25400" tIns="25400" rIns="25400" bIns="25400" rtlCol="0" anchor="t">
            <a:normAutofit/>
          </a:bodyPr>
          <a:lstStyle/>
          <a:p>
            <a:pPr marL="0" indent="0" algn="l">
              <a:buNone/>
            </a:pPr>
            <a:endParaRPr lang="en-US" sz="3450" dirty="0">
              <a:latin typeface="맑은 고딕" panose="020B0503020000020004" pitchFamily="50" charset="-127"/>
            </a:endParaRPr>
          </a:p>
        </p:txBody>
      </p:sp>
      <p:sp>
        <p:nvSpPr>
          <p:cNvPr id="26" name="Text 4">
            <a:extLst>
              <a:ext uri="{FF2B5EF4-FFF2-40B4-BE49-F238E27FC236}">
                <a16:creationId xmlns:a16="http://schemas.microsoft.com/office/drawing/2014/main" id="{83878738-E781-4460-A63F-953655D13A42}"/>
              </a:ext>
            </a:extLst>
          </p:cNvPr>
          <p:cNvSpPr/>
          <p:nvPr/>
        </p:nvSpPr>
        <p:spPr>
          <a:xfrm>
            <a:off x="15830996" y="1238250"/>
            <a:ext cx="1561207"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BOARDING</a:t>
            </a:r>
          </a:p>
          <a:p>
            <a:pPr marL="0" indent="0" algn="ctr">
              <a:lnSpc>
                <a:spcPct val="150000"/>
              </a:lnSpc>
              <a:buNone/>
            </a:pPr>
            <a:r>
              <a:rPr lang="en-US" sz="1800" kern="0" spc="360" dirty="0">
                <a:solidFill>
                  <a:srgbClr val="B0AA9B"/>
                </a:solidFill>
                <a:latin typeface="맑은 고딕" panose="020B0503020000020004" pitchFamily="50" charset="-127"/>
                <a:ea typeface="Microsoft YaHei" panose="020B0503020204020204" pitchFamily="34" charset="-122"/>
                <a:cs typeface="Arial" panose="020B0604020202020204" pitchFamily="34" charset="0"/>
              </a:rPr>
              <a:t>PASS</a:t>
            </a:r>
            <a:endParaRPr lang="en-US" sz="1800" dirty="0">
              <a:latin typeface="맑은 고딕" panose="020B0503020000020004" pitchFamily="50" charset="-127"/>
              <a:cs typeface="Arial" panose="020B0604020202020204" pitchFamily="34" charset="0"/>
            </a:endParaRPr>
          </a:p>
        </p:txBody>
      </p:sp>
      <p:sp>
        <p:nvSpPr>
          <p:cNvPr id="27" name="Text 41">
            <a:extLst>
              <a:ext uri="{FF2B5EF4-FFF2-40B4-BE49-F238E27FC236}">
                <a16:creationId xmlns:a16="http://schemas.microsoft.com/office/drawing/2014/main" id="{1F9E5115-B8BC-440D-8EEE-9D08EDBA2624}"/>
              </a:ext>
            </a:extLst>
          </p:cNvPr>
          <p:cNvSpPr/>
          <p:nvPr/>
        </p:nvSpPr>
        <p:spPr>
          <a:xfrm>
            <a:off x="6697965" y="4084997"/>
            <a:ext cx="3193901" cy="1662880"/>
          </a:xfrm>
          <a:prstGeom prst="rect">
            <a:avLst/>
          </a:prstGeom>
          <a:noFill/>
          <a:ln/>
        </p:spPr>
        <p:txBody>
          <a:bodyPr wrap="square" lIns="25400" tIns="25400" rIns="25400" bIns="25400" rtlCol="0" anchor="t">
            <a:noAutofit/>
          </a:bodyPr>
          <a:lstStyle/>
          <a:p>
            <a:pPr marL="0" indent="0" algn="l">
              <a:buNone/>
            </a:pPr>
            <a:r>
              <a:rPr lang="en-US" sz="9600" b="1" i="1" dirty="0">
                <a:solidFill>
                  <a:srgbClr val="4A4A4A"/>
                </a:solidFill>
                <a:latin typeface="맑은 고딕" panose="020B0503020000020004" pitchFamily="50" charset="-127"/>
                <a:ea typeface="맑은 고딕" panose="020B0503020000020004" pitchFamily="50" charset="-127"/>
                <a:cs typeface="Bitter" pitchFamily="34" charset="-120"/>
              </a:rPr>
              <a:t>Q&amp;A</a:t>
            </a:r>
            <a:endParaRPr lang="en-US" sz="9600" dirty="0">
              <a:latin typeface="맑은 고딕" panose="020B0503020000020004" pitchFamily="50" charset="-127"/>
            </a:endParaRPr>
          </a:p>
        </p:txBody>
      </p:sp>
      <p:sp>
        <p:nvSpPr>
          <p:cNvPr id="30" name="Shape 5">
            <a:extLst>
              <a:ext uri="{FF2B5EF4-FFF2-40B4-BE49-F238E27FC236}">
                <a16:creationId xmlns:a16="http://schemas.microsoft.com/office/drawing/2014/main" id="{F2BB0FCC-E5D4-46DA-8340-57ECFA939365}"/>
              </a:ext>
            </a:extLst>
          </p:cNvPr>
          <p:cNvSpPr/>
          <p:nvPr/>
        </p:nvSpPr>
        <p:spPr>
          <a:xfrm rot="21000001">
            <a:off x="15792450" y="4114800"/>
            <a:ext cx="1638300" cy="1638300"/>
          </a:xfrm>
          <a:prstGeom prst="ellipse">
            <a:avLst/>
          </a:prstGeom>
          <a:ln w="28575">
            <a:solidFill>
              <a:srgbClr val="8AA6C0"/>
            </a:solidFill>
            <a:prstDash val="dash"/>
          </a:ln>
        </p:spPr>
        <p:txBody>
          <a:bodyPr/>
          <a:lstStyle/>
          <a:p>
            <a:endParaRPr lang="ko-KR" altLang="en-US"/>
          </a:p>
        </p:txBody>
      </p:sp>
      <p:sp>
        <p:nvSpPr>
          <p:cNvPr id="31" name="Shape 6">
            <a:extLst>
              <a:ext uri="{FF2B5EF4-FFF2-40B4-BE49-F238E27FC236}">
                <a16:creationId xmlns:a16="http://schemas.microsoft.com/office/drawing/2014/main" id="{EFE589D4-2B28-43C3-B979-C1F21A2445A0}"/>
              </a:ext>
            </a:extLst>
          </p:cNvPr>
          <p:cNvSpPr/>
          <p:nvPr/>
        </p:nvSpPr>
        <p:spPr>
          <a:xfrm>
            <a:off x="15806097" y="4128447"/>
            <a:ext cx="1611006" cy="1611007"/>
          </a:xfrm>
          <a:prstGeom prst="ellipse">
            <a:avLst/>
          </a:prstGeom>
          <a:ln w="19050">
            <a:solidFill>
              <a:srgbClr val="8AA6C0"/>
            </a:solidFill>
            <a:prstDash val="solid"/>
          </a:ln>
        </p:spPr>
        <p:txBody>
          <a:bodyPr/>
          <a:lstStyle/>
          <a:p>
            <a:endParaRPr lang="ko-KR" altLang="en-US"/>
          </a:p>
        </p:txBody>
      </p:sp>
      <p:sp>
        <p:nvSpPr>
          <p:cNvPr id="32" name="Text 7">
            <a:extLst>
              <a:ext uri="{FF2B5EF4-FFF2-40B4-BE49-F238E27FC236}">
                <a16:creationId xmlns:a16="http://schemas.microsoft.com/office/drawing/2014/main" id="{828332C5-F609-42F5-B3C7-830EC0CDEAB1}"/>
              </a:ext>
            </a:extLst>
          </p:cNvPr>
          <p:cNvSpPr/>
          <p:nvPr/>
        </p:nvSpPr>
        <p:spPr>
          <a:xfrm>
            <a:off x="16049353" y="4531929"/>
            <a:ext cx="1141572" cy="507702"/>
          </a:xfrm>
          <a:prstGeom prst="rect">
            <a:avLst/>
          </a:prstGeom>
          <a:noFill/>
          <a:ln/>
        </p:spPr>
        <p:txBody>
          <a:bodyPr wrap="square" lIns="25400" tIns="25400" rIns="25400" bIns="25400" rtlCol="0" anchor="t">
            <a:normAutofit/>
          </a:bodyPr>
          <a:lstStyle/>
          <a:p>
            <a:pPr marL="0" indent="0" algn="l">
              <a:lnSpc>
                <a:spcPct val="100000"/>
              </a:lnSpc>
              <a:buNone/>
            </a:pPr>
            <a:r>
              <a:rPr lang="en-US" sz="2325" b="1" i="1" dirty="0">
                <a:solidFill>
                  <a:srgbClr val="8AA6C0"/>
                </a:solidFill>
                <a:latin typeface="맑은 고딕" panose="020B0503020000020004" pitchFamily="50" charset="-127"/>
                <a:ea typeface="맑은 고딕" panose="020B0503020000020004" pitchFamily="50" charset="-127"/>
                <a:cs typeface="Bitter" pitchFamily="34" charset="-120"/>
              </a:rPr>
              <a:t>THANK</a:t>
            </a:r>
            <a:endParaRPr lang="en-US" sz="2325" dirty="0">
              <a:latin typeface="맑은 고딕" panose="020B0503020000020004" pitchFamily="50" charset="-127"/>
            </a:endParaRPr>
          </a:p>
        </p:txBody>
      </p:sp>
      <p:sp>
        <p:nvSpPr>
          <p:cNvPr id="33" name="Text 8">
            <a:extLst>
              <a:ext uri="{FF2B5EF4-FFF2-40B4-BE49-F238E27FC236}">
                <a16:creationId xmlns:a16="http://schemas.microsoft.com/office/drawing/2014/main" id="{2BCA1956-9E9C-4DA7-9808-1F031AB7CC17}"/>
              </a:ext>
            </a:extLst>
          </p:cNvPr>
          <p:cNvSpPr/>
          <p:nvPr/>
        </p:nvSpPr>
        <p:spPr>
          <a:xfrm>
            <a:off x="16311537" y="4859881"/>
            <a:ext cx="727574" cy="476880"/>
          </a:xfrm>
          <a:prstGeom prst="rect">
            <a:avLst/>
          </a:prstGeom>
          <a:noFill/>
          <a:ln/>
        </p:spPr>
        <p:txBody>
          <a:bodyPr wrap="square" lIns="25400" tIns="25400" rIns="25400" bIns="25400" rtlCol="0" anchor="t">
            <a:normAutofit/>
          </a:bodyPr>
          <a:lstStyle/>
          <a:p>
            <a:pPr marL="0" indent="0" algn="l">
              <a:lnSpc>
                <a:spcPct val="115000"/>
              </a:lnSpc>
              <a:buNone/>
            </a:pPr>
            <a:r>
              <a:rPr lang="en-US" sz="2325" b="1" i="1" dirty="0">
                <a:solidFill>
                  <a:srgbClr val="8AA6C0"/>
                </a:solidFill>
                <a:latin typeface="맑은 고딕" panose="020B0503020000020004" pitchFamily="50" charset="-127"/>
                <a:ea typeface="맑은 고딕" panose="020B0503020000020004" pitchFamily="50" charset="-127"/>
                <a:cs typeface="Bitter" pitchFamily="34" charset="-120"/>
              </a:rPr>
              <a:t>YOU</a:t>
            </a:r>
            <a:endParaRPr lang="en-US" sz="2325" dirty="0">
              <a:latin typeface="맑은 고딕" panose="020B0503020000020004" pitchFamily="50" charset="-127"/>
            </a:endParaRPr>
          </a:p>
        </p:txBody>
      </p:sp>
    </p:spTree>
    <p:extLst>
      <p:ext uri="{BB962C8B-B14F-4D97-AF65-F5344CB8AC3E}">
        <p14:creationId xmlns:p14="http://schemas.microsoft.com/office/powerpoint/2010/main" val="2645947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1469</Words>
  <Application>Microsoft Office PowerPoint</Application>
  <PresentationFormat>사용자 지정</PresentationFormat>
  <Paragraphs>420</Paragraphs>
  <Slides>18</Slides>
  <Notes>18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18</vt:i4>
      </vt:variant>
    </vt:vector>
  </HeadingPairs>
  <TitlesOfParts>
    <vt:vector size="22" baseType="lpstr">
      <vt:lpstr>맑은 고딕</vt:lpstr>
      <vt:lpstr>Arial</vt:lpstr>
      <vt:lpstr>Microsoft YaHei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김민준</cp:lastModifiedBy>
  <cp:revision>47</cp:revision>
  <dcterms:created xsi:type="dcterms:W3CDTF">2026-06-25T06:29:38Z</dcterms:created>
  <dcterms:modified xsi:type="dcterms:W3CDTF">2026-06-25T14:18:28Z</dcterms:modified>
</cp:coreProperties>
</file>